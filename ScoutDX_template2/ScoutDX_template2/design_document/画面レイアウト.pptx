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69" r:id="rId7"/>
    <p:sldId id="265" r:id="rId8"/>
    <p:sldId id="262" r:id="rId9"/>
    <p:sldId id="267" r:id="rId10"/>
    <p:sldId id="270" r:id="rId11"/>
    <p:sldId id="259" r:id="rId12"/>
    <p:sldId id="27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A4630-FC16-A960-276B-ABECBD2778AF}" v="2" dt="2026-05-27T05:32:24.023"/>
    <p1510:client id="{5993C4CB-5363-D71E-87EA-50B1507EF29A}" v="66" dt="2026-05-28T00:59:35.457"/>
    <p1510:client id="{B3E9DB70-C7D6-E284-E8BD-E2CF845A0447}" v="1071" dt="2026-05-26T07:23:0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髙岡 瑞希" userId="S::takaoka-mi@lakeel.com::e3c2ec74-1f6f-4c7c-bb9b-a21c5a46a973" providerId="AD" clId="Web-{0A55365B-C30E-5487-E0CD-947DE793BFFF}"/>
    <pc:docChg chg="addSld delSld modSld">
      <pc:chgData name="髙岡 瑞希" userId="S::takaoka-mi@lakeel.com::e3c2ec74-1f6f-4c7c-bb9b-a21c5a46a973" providerId="AD" clId="Web-{0A55365B-C30E-5487-E0CD-947DE793BFFF}" dt="2026-05-25T03:10:02.605" v="3"/>
      <pc:docMkLst>
        <pc:docMk/>
      </pc:docMkLst>
      <pc:sldChg chg="addSp delSp modSp">
        <pc:chgData name="髙岡 瑞希" userId="S::takaoka-mi@lakeel.com::e3c2ec74-1f6f-4c7c-bb9b-a21c5a46a973" providerId="AD" clId="Web-{0A55365B-C30E-5487-E0CD-947DE793BFFF}" dt="2026-05-25T02:57:38.422" v="1"/>
        <pc:sldMkLst>
          <pc:docMk/>
          <pc:sldMk cId="2684820852" sldId="269"/>
        </pc:sldMkLst>
      </pc:sldChg>
    </pc:docChg>
  </pc:docChgLst>
  <pc:docChgLst>
    <pc:chgData name="賀上 幸実" userId="S::kagami-yu@lakeel.com::61778170-e0f5-4762-addd-6865af403aaa" providerId="AD" clId="Web-{5993C4CB-5363-D71E-87EA-50B1507EF29A}"/>
    <pc:docChg chg="modSld">
      <pc:chgData name="賀上 幸実" userId="S::kagami-yu@lakeel.com::61778170-e0f5-4762-addd-6865af403aaa" providerId="AD" clId="Web-{5993C4CB-5363-D71E-87EA-50B1507EF29A}" dt="2026-05-28T00:59:35.457" v="61" actId="20577"/>
      <pc:docMkLst>
        <pc:docMk/>
      </pc:docMkLst>
      <pc:sldChg chg="modSp">
        <pc:chgData name="賀上 幸実" userId="S::kagami-yu@lakeel.com::61778170-e0f5-4762-addd-6865af403aaa" providerId="AD" clId="Web-{5993C4CB-5363-D71E-87EA-50B1507EF29A}" dt="2026-05-28T00:46:07.636" v="17" actId="20577"/>
        <pc:sldMkLst>
          <pc:docMk/>
          <pc:sldMk cId="940970196" sldId="256"/>
        </pc:sldMkLst>
        <pc:spChg chg="mod">
          <ac:chgData name="賀上 幸実" userId="S::kagami-yu@lakeel.com::61778170-e0f5-4762-addd-6865af403aaa" providerId="AD" clId="Web-{5993C4CB-5363-D71E-87EA-50B1507EF29A}" dt="2026-05-28T00:46:02.902" v="9" actId="1076"/>
          <ac:spMkLst>
            <pc:docMk/>
            <pc:sldMk cId="940970196" sldId="256"/>
            <ac:spMk id="10" creationId="{2EB17A3D-8D81-04F9-6459-1B813B06427B}"/>
          </ac:spMkLst>
        </pc:spChg>
        <pc:spChg chg="mod">
          <ac:chgData name="賀上 幸実" userId="S::kagami-yu@lakeel.com::61778170-e0f5-4762-addd-6865af403aaa" providerId="AD" clId="Web-{5993C4CB-5363-D71E-87EA-50B1507EF29A}" dt="2026-05-28T00:46:07.636" v="17" actId="20577"/>
          <ac:spMkLst>
            <pc:docMk/>
            <pc:sldMk cId="940970196" sldId="256"/>
            <ac:spMk id="11" creationId="{9755F540-C360-F3B8-229C-0AC0BD7DA13A}"/>
          </ac:spMkLst>
        </pc:spChg>
      </pc:sldChg>
      <pc:sldChg chg="addSp modSp">
        <pc:chgData name="賀上 幸実" userId="S::kagami-yu@lakeel.com::61778170-e0f5-4762-addd-6865af403aaa" providerId="AD" clId="Web-{5993C4CB-5363-D71E-87EA-50B1507EF29A}" dt="2026-05-28T00:59:35.457" v="61" actId="20577"/>
        <pc:sldMkLst>
          <pc:docMk/>
          <pc:sldMk cId="811045696" sldId="271"/>
        </pc:sldMkLst>
        <pc:spChg chg="add mod">
          <ac:chgData name="賀上 幸実" userId="S::kagami-yu@lakeel.com::61778170-e0f5-4762-addd-6865af403aaa" providerId="AD" clId="Web-{5993C4CB-5363-D71E-87EA-50B1507EF29A}" dt="2026-05-28T00:59:35.457" v="61" actId="20577"/>
          <ac:spMkLst>
            <pc:docMk/>
            <pc:sldMk cId="811045696" sldId="271"/>
            <ac:spMk id="2" creationId="{0DC775CE-5496-9D6B-331B-65F9359E9E29}"/>
          </ac:spMkLst>
        </pc:spChg>
        <pc:spChg chg="add mod">
          <ac:chgData name="賀上 幸実" userId="S::kagami-yu@lakeel.com::61778170-e0f5-4762-addd-6865af403aaa" providerId="AD" clId="Web-{5993C4CB-5363-D71E-87EA-50B1507EF29A}" dt="2026-05-28T00:59:31.785" v="59" actId="20577"/>
          <ac:spMkLst>
            <pc:docMk/>
            <pc:sldMk cId="811045696" sldId="271"/>
            <ac:spMk id="3" creationId="{0D3C5F02-3E89-99E4-E5F4-F2AB814CACD6}"/>
          </ac:spMkLst>
        </pc:spChg>
        <pc:spChg chg="mod">
          <ac:chgData name="賀上 幸実" userId="S::kagami-yu@lakeel.com::61778170-e0f5-4762-addd-6865af403aaa" providerId="AD" clId="Web-{5993C4CB-5363-D71E-87EA-50B1507EF29A}" dt="2026-05-28T00:49:51.690" v="26" actId="1076"/>
          <ac:spMkLst>
            <pc:docMk/>
            <pc:sldMk cId="811045696" sldId="271"/>
            <ac:spMk id="11" creationId="{C48275E9-4DE3-21B7-9875-37EB8F30CF48}"/>
          </ac:spMkLst>
        </pc:spChg>
        <pc:spChg chg="mod">
          <ac:chgData name="賀上 幸実" userId="S::kagami-yu@lakeel.com::61778170-e0f5-4762-addd-6865af403aaa" providerId="AD" clId="Web-{5993C4CB-5363-D71E-87EA-50B1507EF29A}" dt="2026-05-28T00:50:41.488" v="39" actId="1076"/>
          <ac:spMkLst>
            <pc:docMk/>
            <pc:sldMk cId="811045696" sldId="271"/>
            <ac:spMk id="12" creationId="{93A39B92-9F1F-8758-088A-FAD0C74965CD}"/>
          </ac:spMkLst>
        </pc:spChg>
        <pc:spChg chg="mod">
          <ac:chgData name="賀上 幸実" userId="S::kagami-yu@lakeel.com::61778170-e0f5-4762-addd-6865af403aaa" providerId="AD" clId="Web-{5993C4CB-5363-D71E-87EA-50B1507EF29A}" dt="2026-05-28T00:50:06.674" v="32" actId="20577"/>
          <ac:spMkLst>
            <pc:docMk/>
            <pc:sldMk cId="811045696" sldId="271"/>
            <ac:spMk id="13" creationId="{0C4068A3-62C4-6BED-D588-D7D93B0C51BA}"/>
          </ac:spMkLst>
        </pc:spChg>
        <pc:spChg chg="mod">
          <ac:chgData name="賀上 幸実" userId="S::kagami-yu@lakeel.com::61778170-e0f5-4762-addd-6865af403aaa" providerId="AD" clId="Web-{5993C4CB-5363-D71E-87EA-50B1507EF29A}" dt="2026-05-28T00:50:31.675" v="36" actId="1076"/>
          <ac:spMkLst>
            <pc:docMk/>
            <pc:sldMk cId="811045696" sldId="271"/>
            <ac:spMk id="14" creationId="{86530734-8025-C149-2DC4-DB268758271B}"/>
          </ac:spMkLst>
        </pc:spChg>
        <pc:spChg chg="mod">
          <ac:chgData name="賀上 幸実" userId="S::kagami-yu@lakeel.com::61778170-e0f5-4762-addd-6865af403aaa" providerId="AD" clId="Web-{5993C4CB-5363-D71E-87EA-50B1507EF29A}" dt="2026-05-28T00:50:28.034" v="35" actId="1076"/>
          <ac:spMkLst>
            <pc:docMk/>
            <pc:sldMk cId="811045696" sldId="271"/>
            <ac:spMk id="15" creationId="{3CF8AB5B-8D80-53AE-D032-F8A4BBF72A97}"/>
          </ac:spMkLst>
        </pc:spChg>
      </pc:sldChg>
      <pc:sldChg chg="modSp">
        <pc:chgData name="賀上 幸実" userId="S::kagami-yu@lakeel.com::61778170-e0f5-4762-addd-6865af403aaa" providerId="AD" clId="Web-{5993C4CB-5363-D71E-87EA-50B1507EF29A}" dt="2026-05-27T05:55:19.534" v="5" actId="20577"/>
        <pc:sldMkLst>
          <pc:docMk/>
          <pc:sldMk cId="2234847956" sldId="272"/>
        </pc:sldMkLst>
        <pc:spChg chg="mod">
          <ac:chgData name="賀上 幸実" userId="S::kagami-yu@lakeel.com::61778170-e0f5-4762-addd-6865af403aaa" providerId="AD" clId="Web-{5993C4CB-5363-D71E-87EA-50B1507EF29A}" dt="2026-05-27T05:55:19.534" v="5" actId="20577"/>
          <ac:spMkLst>
            <pc:docMk/>
            <pc:sldMk cId="2234847956" sldId="272"/>
            <ac:spMk id="18" creationId="{0C34FF88-D9E2-10ED-55F6-41F5EF7998BF}"/>
          </ac:spMkLst>
        </pc:spChg>
      </pc:sldChg>
    </pc:docChg>
  </pc:docChgLst>
  <pc:docChgLst>
    <pc:chgData name="髙岡 瑞希" userId="S::takaoka-mi@lakeel.com::e3c2ec74-1f6f-4c7c-bb9b-a21c5a46a973" providerId="AD" clId="Web-{1760B75B-496D-B58C-6E48-532C4C39310C}"/>
    <pc:docChg chg="modSld">
      <pc:chgData name="髙岡 瑞希" userId="S::takaoka-mi@lakeel.com::e3c2ec74-1f6f-4c7c-bb9b-a21c5a46a973" providerId="AD" clId="Web-{1760B75B-496D-B58C-6E48-532C4C39310C}" dt="2026-05-25T07:55:56.886" v="1" actId="1076"/>
      <pc:docMkLst>
        <pc:docMk/>
      </pc:docMkLst>
      <pc:sldChg chg="modSp">
        <pc:chgData name="髙岡 瑞希" userId="S::takaoka-mi@lakeel.com::e3c2ec74-1f6f-4c7c-bb9b-a21c5a46a973" providerId="AD" clId="Web-{1760B75B-496D-B58C-6E48-532C4C39310C}" dt="2026-05-25T07:55:56.886" v="1" actId="1076"/>
        <pc:sldMkLst>
          <pc:docMk/>
          <pc:sldMk cId="940970196" sldId="256"/>
        </pc:sldMkLst>
        <pc:spChg chg="mod">
          <ac:chgData name="髙岡 瑞希" userId="S::takaoka-mi@lakeel.com::e3c2ec74-1f6f-4c7c-bb9b-a21c5a46a973" providerId="AD" clId="Web-{1760B75B-496D-B58C-6E48-532C4C39310C}" dt="2026-05-25T07:55:56.886" v="1" actId="1076"/>
          <ac:spMkLst>
            <pc:docMk/>
            <pc:sldMk cId="940970196" sldId="256"/>
            <ac:spMk id="4" creationId="{FD2CD96E-4ED3-9110-6234-C11ED7888D7D}"/>
          </ac:spMkLst>
        </pc:spChg>
      </pc:sldChg>
    </pc:docChg>
  </pc:docChgLst>
  <pc:docChgLst>
    <pc:chgData name="平山 颯馬" userId="S::hirayama-so@lakeel.com::db93df50-0138-46fb-b706-fe3733f1e23f" providerId="AD" clId="Web-{AFBD4752-274D-74ED-3C9A-BE247DCF118D}"/>
    <pc:docChg chg="modSld">
      <pc:chgData name="平山 颯馬" userId="S::hirayama-so@lakeel.com::db93df50-0138-46fb-b706-fe3733f1e23f" providerId="AD" clId="Web-{AFBD4752-274D-74ED-3C9A-BE247DCF118D}" dt="2026-05-22T05:40:18.701" v="129" actId="20577"/>
      <pc:docMkLst>
        <pc:docMk/>
      </pc:docMkLst>
      <pc:sldChg chg="modSp">
        <pc:chgData name="平山 颯馬" userId="S::hirayama-so@lakeel.com::db93df50-0138-46fb-b706-fe3733f1e23f" providerId="AD" clId="Web-{AFBD4752-274D-74ED-3C9A-BE247DCF118D}" dt="2026-05-22T05:36:58.791" v="39" actId="20577"/>
        <pc:sldMkLst>
          <pc:docMk/>
          <pc:sldMk cId="940970196" sldId="256"/>
        </pc:sldMkLst>
        <pc:spChg chg="mod">
          <ac:chgData name="平山 颯馬" userId="S::hirayama-so@lakeel.com::db93df50-0138-46fb-b706-fe3733f1e23f" providerId="AD" clId="Web-{AFBD4752-274D-74ED-3C9A-BE247DCF118D}" dt="2026-05-22T05:36:44.994" v="36" actId="20577"/>
          <ac:spMkLst>
            <pc:docMk/>
            <pc:sldMk cId="940970196" sldId="256"/>
            <ac:spMk id="5" creationId="{072936F0-D245-8EE8-726A-8924CF83F119}"/>
          </ac:spMkLst>
        </pc:spChg>
      </pc:sldChg>
    </pc:docChg>
  </pc:docChgLst>
  <pc:docChgLst>
    <pc:chgData name="髙岡 瑞希" userId="S::takaoka-mi@lakeel.com::e3c2ec74-1f6f-4c7c-bb9b-a21c5a46a973" providerId="AD" clId="Web-{451A4630-FC16-A960-276B-ABECBD2778AF}"/>
    <pc:docChg chg="modSld">
      <pc:chgData name="髙岡 瑞希" userId="S::takaoka-mi@lakeel.com::e3c2ec74-1f6f-4c7c-bb9b-a21c5a46a973" providerId="AD" clId="Web-{451A4630-FC16-A960-276B-ABECBD2778AF}" dt="2026-05-27T05:32:24.023" v="1" actId="1076"/>
      <pc:docMkLst>
        <pc:docMk/>
      </pc:docMkLst>
      <pc:sldChg chg="modSp">
        <pc:chgData name="髙岡 瑞希" userId="S::takaoka-mi@lakeel.com::e3c2ec74-1f6f-4c7c-bb9b-a21c5a46a973" providerId="AD" clId="Web-{451A4630-FC16-A960-276B-ABECBD2778AF}" dt="2026-05-27T05:32:24.023" v="1" actId="1076"/>
        <pc:sldMkLst>
          <pc:docMk/>
          <pc:sldMk cId="1072741639" sldId="265"/>
        </pc:sldMkLst>
        <pc:spChg chg="mod">
          <ac:chgData name="髙岡 瑞希" userId="S::takaoka-mi@lakeel.com::e3c2ec74-1f6f-4c7c-bb9b-a21c5a46a973" providerId="AD" clId="Web-{451A4630-FC16-A960-276B-ABECBD2778AF}" dt="2026-05-27T05:32:05.507" v="0" actId="1076"/>
          <ac:spMkLst>
            <pc:docMk/>
            <pc:sldMk cId="1072741639" sldId="265"/>
            <ac:spMk id="15" creationId="{4113CEC9-CE11-D375-091D-60236F6CABCD}"/>
          </ac:spMkLst>
        </pc:spChg>
        <pc:spChg chg="mod">
          <ac:chgData name="髙岡 瑞希" userId="S::takaoka-mi@lakeel.com::e3c2ec74-1f6f-4c7c-bb9b-a21c5a46a973" providerId="AD" clId="Web-{451A4630-FC16-A960-276B-ABECBD2778AF}" dt="2026-05-27T05:32:24.023" v="1" actId="1076"/>
          <ac:spMkLst>
            <pc:docMk/>
            <pc:sldMk cId="1072741639" sldId="265"/>
            <ac:spMk id="18" creationId="{8A0C7466-30A7-ABD3-AC73-ECF34592CFB6}"/>
          </ac:spMkLst>
        </pc:spChg>
      </pc:sldChg>
    </pc:docChg>
  </pc:docChgLst>
  <pc:docChgLst>
    <pc:chgData name="髙岡 瑞希" userId="S::takaoka-mi@lakeel.com::e3c2ec74-1f6f-4c7c-bb9b-a21c5a46a973" providerId="AD" clId="Web-{30886297-08A4-3EC7-579A-BCABE5568646}"/>
    <pc:docChg chg="addSld modSld">
      <pc:chgData name="髙岡 瑞希" userId="S::takaoka-mi@lakeel.com::e3c2ec74-1f6f-4c7c-bb9b-a21c5a46a973" providerId="AD" clId="Web-{30886297-08A4-3EC7-579A-BCABE5568646}" dt="2026-05-25T07:49:53.844" v="30" actId="1076"/>
      <pc:docMkLst>
        <pc:docMk/>
      </pc:docMkLst>
      <pc:sldChg chg="delSp">
        <pc:chgData name="髙岡 瑞希" userId="S::takaoka-mi@lakeel.com::e3c2ec74-1f6f-4c7c-bb9b-a21c5a46a973" providerId="AD" clId="Web-{30886297-08A4-3EC7-579A-BCABE5568646}" dt="2026-05-25T07:46:14.461" v="0"/>
        <pc:sldMkLst>
          <pc:docMk/>
          <pc:sldMk cId="1462838052" sldId="262"/>
        </pc:sldMkLst>
      </pc:sldChg>
      <pc:sldChg chg="delSp modSp">
        <pc:chgData name="髙岡 瑞希" userId="S::takaoka-mi@lakeel.com::e3c2ec74-1f6f-4c7c-bb9b-a21c5a46a973" providerId="AD" clId="Web-{30886297-08A4-3EC7-579A-BCABE5568646}" dt="2026-05-25T07:46:31.852" v="4" actId="1076"/>
        <pc:sldMkLst>
          <pc:docMk/>
          <pc:sldMk cId="1072741639" sldId="265"/>
        </pc:sldMkLst>
        <pc:spChg chg="mod">
          <ac:chgData name="髙岡 瑞希" userId="S::takaoka-mi@lakeel.com::e3c2ec74-1f6f-4c7c-bb9b-a21c5a46a973" providerId="AD" clId="Web-{30886297-08A4-3EC7-579A-BCABE5568646}" dt="2026-05-25T07:46:31.852" v="4" actId="1076"/>
          <ac:spMkLst>
            <pc:docMk/>
            <pc:sldMk cId="1072741639" sldId="265"/>
            <ac:spMk id="18" creationId="{8A0C7466-30A7-ABD3-AC73-ECF34592CFB6}"/>
          </ac:spMkLst>
        </pc:spChg>
        <pc:graphicFrameChg chg="modGraphic">
          <ac:chgData name="髙岡 瑞希" userId="S::takaoka-mi@lakeel.com::e3c2ec74-1f6f-4c7c-bb9b-a21c5a46a973" providerId="AD" clId="Web-{30886297-08A4-3EC7-579A-BCABE5568646}" dt="2026-05-25T07:46:23.071" v="2"/>
          <ac:graphicFrameMkLst>
            <pc:docMk/>
            <pc:sldMk cId="1072741639" sldId="265"/>
            <ac:graphicFrameMk id="16" creationId="{CE46D02D-4ACB-3392-94ED-416C7B324488}"/>
          </ac:graphicFrameMkLst>
        </pc:graphicFrameChg>
      </pc:sldChg>
      <pc:sldChg chg="delSp modSp">
        <pc:chgData name="髙岡 瑞希" userId="S::takaoka-mi@lakeel.com::e3c2ec74-1f6f-4c7c-bb9b-a21c5a46a973" providerId="AD" clId="Web-{30886297-08A4-3EC7-579A-BCABE5568646}" dt="2026-05-25T07:49:53.844" v="30" actId="1076"/>
        <pc:sldMkLst>
          <pc:docMk/>
          <pc:sldMk cId="2598967568" sldId="267"/>
        </pc:sldMkLst>
        <pc:spChg chg="mod">
          <ac:chgData name="髙岡 瑞希" userId="S::takaoka-mi@lakeel.com::e3c2ec74-1f6f-4c7c-bb9b-a21c5a46a973" providerId="AD" clId="Web-{30886297-08A4-3EC7-579A-BCABE5568646}" dt="2026-05-25T07:49:38.593" v="26" actId="1076"/>
          <ac:spMkLst>
            <pc:docMk/>
            <pc:sldMk cId="2598967568" sldId="267"/>
            <ac:spMk id="7" creationId="{2902F460-CE10-1869-F9EC-288F773E879D}"/>
          </ac:spMkLst>
        </pc:spChg>
        <pc:spChg chg="mod">
          <ac:chgData name="髙岡 瑞希" userId="S::takaoka-mi@lakeel.com::e3c2ec74-1f6f-4c7c-bb9b-a21c5a46a973" providerId="AD" clId="Web-{30886297-08A4-3EC7-579A-BCABE5568646}" dt="2026-05-25T07:47:47.980" v="8" actId="14100"/>
          <ac:spMkLst>
            <pc:docMk/>
            <pc:sldMk cId="2598967568" sldId="267"/>
            <ac:spMk id="10" creationId="{CAEA1022-9F53-2FD0-B1F7-CA1BD1AD47DB}"/>
          </ac:spMkLst>
        </pc:spChg>
        <pc:spChg chg="mod">
          <ac:chgData name="髙岡 瑞希" userId="S::takaoka-mi@lakeel.com::e3c2ec74-1f6f-4c7c-bb9b-a21c5a46a973" providerId="AD" clId="Web-{30886297-08A4-3EC7-579A-BCABE5568646}" dt="2026-05-25T07:49:53.844" v="30" actId="1076"/>
          <ac:spMkLst>
            <pc:docMk/>
            <pc:sldMk cId="2598967568" sldId="267"/>
            <ac:spMk id="11" creationId="{DBC4CB2A-F61F-BFD8-7AD6-1E62B046657C}"/>
          </ac:spMkLst>
        </pc:spChg>
        <pc:spChg chg="mod">
          <ac:chgData name="髙岡 瑞希" userId="S::takaoka-mi@lakeel.com::e3c2ec74-1f6f-4c7c-bb9b-a21c5a46a973" providerId="AD" clId="Web-{30886297-08A4-3EC7-579A-BCABE5568646}" dt="2026-05-25T07:49:49.937" v="29" actId="14100"/>
          <ac:spMkLst>
            <pc:docMk/>
            <pc:sldMk cId="2598967568" sldId="267"/>
            <ac:spMk id="13" creationId="{E04A053A-BDAD-3943-6013-BB28C99D2760}"/>
          </ac:spMkLst>
        </pc:spChg>
        <pc:spChg chg="mod">
          <ac:chgData name="髙岡 瑞希" userId="S::takaoka-mi@lakeel.com::e3c2ec74-1f6f-4c7c-bb9b-a21c5a46a973" providerId="AD" clId="Web-{30886297-08A4-3EC7-579A-BCABE5568646}" dt="2026-05-25T07:49:44.781" v="27" actId="1076"/>
          <ac:spMkLst>
            <pc:docMk/>
            <pc:sldMk cId="2598967568" sldId="267"/>
            <ac:spMk id="15" creationId="{13BF6777-67B7-7A21-6D31-AA3181924267}"/>
          </ac:spMkLst>
        </pc:spChg>
        <pc:spChg chg="mod">
          <ac:chgData name="髙岡 瑞希" userId="S::takaoka-mi@lakeel.com::e3c2ec74-1f6f-4c7c-bb9b-a21c5a46a973" providerId="AD" clId="Web-{30886297-08A4-3EC7-579A-BCABE5568646}" dt="2026-05-25T07:49:46.828" v="28" actId="1076"/>
          <ac:spMkLst>
            <pc:docMk/>
            <pc:sldMk cId="2598967568" sldId="267"/>
            <ac:spMk id="17" creationId="{11F92D03-7EF2-4288-7DF2-775A14C4AE04}"/>
          </ac:spMkLst>
        </pc:spChg>
        <pc:picChg chg="mod">
          <ac:chgData name="髙岡 瑞希" userId="S::takaoka-mi@lakeel.com::e3c2ec74-1f6f-4c7c-bb9b-a21c5a46a973" providerId="AD" clId="Web-{30886297-08A4-3EC7-579A-BCABE5568646}" dt="2026-05-25T07:49:35.437" v="25" actId="14100"/>
          <ac:picMkLst>
            <pc:docMk/>
            <pc:sldMk cId="2598967568" sldId="267"/>
            <ac:picMk id="2" creationId="{F20C5938-712A-52E1-5EE5-4A2267D6D12B}"/>
          </ac:picMkLst>
        </pc:picChg>
      </pc:sldChg>
      <pc:sldChg chg="add replId">
        <pc:chgData name="髙岡 瑞希" userId="S::takaoka-mi@lakeel.com::e3c2ec74-1f6f-4c7c-bb9b-a21c5a46a973" providerId="AD" clId="Web-{30886297-08A4-3EC7-579A-BCABE5568646}" dt="2026-05-25T07:47:23.010" v="5"/>
        <pc:sldMkLst>
          <pc:docMk/>
          <pc:sldMk cId="3229878018" sldId="270"/>
        </pc:sldMkLst>
      </pc:sldChg>
    </pc:docChg>
  </pc:docChgLst>
  <pc:docChgLst>
    <pc:chgData name="野村 研輔" userId="S::nomura-ke@lakeel.com::338b7d1a-9919-4045-86bc-eb7df41921f4" providerId="AD" clId="Web-{6C002D43-CB3D-3BF9-1956-BE82E4DC6CE5}"/>
    <pc:docChg chg="addSld delSld modSld">
      <pc:chgData name="野村 研輔" userId="S::nomura-ke@lakeel.com::338b7d1a-9919-4045-86bc-eb7df41921f4" providerId="AD" clId="Web-{6C002D43-CB3D-3BF9-1956-BE82E4DC6CE5}" dt="2026-05-25T02:34:20.315" v="806"/>
      <pc:docMkLst>
        <pc:docMk/>
      </pc:docMkLst>
      <pc:sldChg chg="addSp delSp modSp">
        <pc:chgData name="野村 研輔" userId="S::nomura-ke@lakeel.com::338b7d1a-9919-4045-86bc-eb7df41921f4" providerId="AD" clId="Web-{6C002D43-CB3D-3BF9-1956-BE82E4DC6CE5}" dt="2026-05-25T02:34:18.627" v="805" actId="20577"/>
        <pc:sldMkLst>
          <pc:docMk/>
          <pc:sldMk cId="1462838052" sldId="262"/>
        </pc:sldMkLst>
        <pc:spChg chg="mod">
          <ac:chgData name="野村 研輔" userId="S::nomura-ke@lakeel.com::338b7d1a-9919-4045-86bc-eb7df41921f4" providerId="AD" clId="Web-{6C002D43-CB3D-3BF9-1956-BE82E4DC6CE5}" dt="2026-05-25T02:33:05.672" v="755" actId="1076"/>
          <ac:spMkLst>
            <pc:docMk/>
            <pc:sldMk cId="1462838052" sldId="262"/>
            <ac:spMk id="2" creationId="{D4A34756-C56A-66D6-0F68-B22CE90DA66B}"/>
          </ac:spMkLst>
        </pc:spChg>
        <pc:spChg chg="mod">
          <ac:chgData name="野村 研輔" userId="S::nomura-ke@lakeel.com::338b7d1a-9919-4045-86bc-eb7df41921f4" providerId="AD" clId="Web-{6C002D43-CB3D-3BF9-1956-BE82E4DC6CE5}" dt="2026-05-25T02:34:09.971" v="804" actId="20577"/>
          <ac:spMkLst>
            <pc:docMk/>
            <pc:sldMk cId="1462838052" sldId="262"/>
            <ac:spMk id="7" creationId="{C21BD213-0E6D-0306-0F31-33811788BEA5}"/>
          </ac:spMkLst>
        </pc:spChg>
        <pc:spChg chg="mod">
          <ac:chgData name="野村 研輔" userId="S::nomura-ke@lakeel.com::338b7d1a-9919-4045-86bc-eb7df41921f4" providerId="AD" clId="Web-{6C002D43-CB3D-3BF9-1956-BE82E4DC6CE5}" dt="2026-05-25T02:33:10.797" v="756" actId="14100"/>
          <ac:spMkLst>
            <pc:docMk/>
            <pc:sldMk cId="1462838052" sldId="262"/>
            <ac:spMk id="10" creationId="{F74269FB-A800-E4CA-E826-3CACDD615490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438" v="742" actId="1076"/>
          <ac:spMkLst>
            <pc:docMk/>
            <pc:sldMk cId="1462838052" sldId="262"/>
            <ac:spMk id="12" creationId="{185C77EE-4D12-CD54-1008-C87604491209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438" v="743" actId="1076"/>
          <ac:spMkLst>
            <pc:docMk/>
            <pc:sldMk cId="1462838052" sldId="262"/>
            <ac:spMk id="13" creationId="{D4471D2E-D762-5C71-3B1C-BB57AC8C42DD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485" v="746" actId="1076"/>
          <ac:spMkLst>
            <pc:docMk/>
            <pc:sldMk cId="1462838052" sldId="262"/>
            <ac:spMk id="21" creationId="{63738B0B-3442-48B1-99B2-AB2834218EEC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485" v="747" actId="1076"/>
          <ac:spMkLst>
            <pc:docMk/>
            <pc:sldMk cId="1462838052" sldId="262"/>
            <ac:spMk id="24" creationId="{84BA406D-9657-D533-5EDD-0C04B040C836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500" v="748" actId="1076"/>
          <ac:spMkLst>
            <pc:docMk/>
            <pc:sldMk cId="1462838052" sldId="262"/>
            <ac:spMk id="26" creationId="{0AA0E562-2A16-05CC-28F9-E556D8709F3B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516" v="749" actId="1076"/>
          <ac:spMkLst>
            <pc:docMk/>
            <pc:sldMk cId="1462838052" sldId="262"/>
            <ac:spMk id="27" creationId="{8825AA54-7AE8-9E6B-D0D6-1915D595FCC0}"/>
          </ac:spMkLst>
        </pc:spChg>
        <pc:spChg chg="mod">
          <ac:chgData name="野村 研輔" userId="S::nomura-ke@lakeel.com::338b7d1a-9919-4045-86bc-eb7df41921f4" providerId="AD" clId="Web-{6C002D43-CB3D-3BF9-1956-BE82E4DC6CE5}" dt="2026-05-25T02:33:05.531" v="750" actId="1076"/>
          <ac:spMkLst>
            <pc:docMk/>
            <pc:sldMk cId="1462838052" sldId="262"/>
            <ac:spMk id="28" creationId="{8224CD72-25C7-3C0E-A1AD-8BEB0EA4194D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205" v="792" actId="1076"/>
          <ac:spMkLst>
            <pc:docMk/>
            <pc:sldMk cId="1462838052" sldId="262"/>
            <ac:spMk id="48" creationId="{60281895-CD7F-8266-4066-73597A973E6D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9.252" v="803" actId="14100"/>
          <ac:spMkLst>
            <pc:docMk/>
            <pc:sldMk cId="1462838052" sldId="262"/>
            <ac:spMk id="50" creationId="{1D59A28E-DF66-3814-A5F0-E2B166DA748D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252" v="794" actId="1076"/>
          <ac:spMkLst>
            <pc:docMk/>
            <pc:sldMk cId="1462838052" sldId="262"/>
            <ac:spMk id="52" creationId="{41F00EAB-DFC0-4020-5AF9-9942A4067F50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267" v="795" actId="1076"/>
          <ac:spMkLst>
            <pc:docMk/>
            <pc:sldMk cId="1462838052" sldId="262"/>
            <ac:spMk id="54" creationId="{A7D89057-B656-B859-81E7-EE927A73AB9F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283" v="796" actId="1076"/>
          <ac:spMkLst>
            <pc:docMk/>
            <pc:sldMk cId="1462838052" sldId="262"/>
            <ac:spMk id="56" creationId="{3DB059C2-30F7-D38E-462E-89E1969CC5BF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299" v="797" actId="1076"/>
          <ac:spMkLst>
            <pc:docMk/>
            <pc:sldMk cId="1462838052" sldId="262"/>
            <ac:spMk id="58" creationId="{C3D457FB-A15C-56C7-0CBE-76BBB8729AEE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314" v="798" actId="1076"/>
          <ac:spMkLst>
            <pc:docMk/>
            <pc:sldMk cId="1462838052" sldId="262"/>
            <ac:spMk id="60" creationId="{053A2DAA-A275-143F-5AA7-1D0B00B09BC3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330" v="799" actId="1076"/>
          <ac:spMkLst>
            <pc:docMk/>
            <pc:sldMk cId="1462838052" sldId="262"/>
            <ac:spMk id="62" creationId="{C8A04BFB-CFD9-ACD0-9C6E-EC14268E22F2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345" v="800" actId="1076"/>
          <ac:spMkLst>
            <pc:docMk/>
            <pc:sldMk cId="1462838052" sldId="262"/>
            <ac:spMk id="64" creationId="{1E18EE44-C0E3-B360-387B-1BA88E34681F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361" v="801" actId="1076"/>
          <ac:spMkLst>
            <pc:docMk/>
            <pc:sldMk cId="1462838052" sldId="262"/>
            <ac:spMk id="66" creationId="{9E671D5B-2322-E6A6-53B3-9D8FE16CF749}"/>
          </ac:spMkLst>
        </pc:spChg>
        <pc:spChg chg="add mod">
          <ac:chgData name="野村 研輔" userId="S::nomura-ke@lakeel.com::338b7d1a-9919-4045-86bc-eb7df41921f4" providerId="AD" clId="Web-{6C002D43-CB3D-3BF9-1956-BE82E4DC6CE5}" dt="2026-05-25T02:33:52.377" v="802" actId="1076"/>
          <ac:spMkLst>
            <pc:docMk/>
            <pc:sldMk cId="1462838052" sldId="262"/>
            <ac:spMk id="68" creationId="{4CA1C2EC-737C-72E5-D1DE-58749B5A5AFE}"/>
          </ac:spMkLst>
        </pc:spChg>
      </pc:sldChg>
      <pc:sldChg chg="addSp delSp modSp add replId">
        <pc:chgData name="野村 研輔" userId="S::nomura-ke@lakeel.com::338b7d1a-9919-4045-86bc-eb7df41921f4" providerId="AD" clId="Web-{6C002D43-CB3D-3BF9-1956-BE82E4DC6CE5}" dt="2026-05-25T00:36:30.588" v="669" actId="1076"/>
        <pc:sldMkLst>
          <pc:docMk/>
          <pc:sldMk cId="1072741639" sldId="265"/>
        </pc:sldMkLst>
        <pc:spChg chg="add mod">
          <ac:chgData name="野村 研輔" userId="S::nomura-ke@lakeel.com::338b7d1a-9919-4045-86bc-eb7df41921f4" providerId="AD" clId="Web-{6C002D43-CB3D-3BF9-1956-BE82E4DC6CE5}" dt="2026-05-22T06:19:00.306" v="429" actId="20577"/>
          <ac:spMkLst>
            <pc:docMk/>
            <pc:sldMk cId="1072741639" sldId="265"/>
            <ac:spMk id="10" creationId="{99A04C66-ED8A-3CE8-CB7E-34719F9487C5}"/>
          </ac:spMkLst>
        </pc:spChg>
        <pc:spChg chg="add mod">
          <ac:chgData name="野村 研輔" userId="S::nomura-ke@lakeel.com::338b7d1a-9919-4045-86bc-eb7df41921f4" providerId="AD" clId="Web-{6C002D43-CB3D-3BF9-1956-BE82E4DC6CE5}" dt="2026-05-22T06:19:36.168" v="433" actId="1076"/>
          <ac:spMkLst>
            <pc:docMk/>
            <pc:sldMk cId="1072741639" sldId="265"/>
            <ac:spMk id="11" creationId="{067031A9-85E8-FB72-C848-BE68B2D79628}"/>
          </ac:spMkLst>
        </pc:spChg>
        <pc:spChg chg="mod">
          <ac:chgData name="野村 研輔" userId="S::nomura-ke@lakeel.com::338b7d1a-9919-4045-86bc-eb7df41921f4" providerId="AD" clId="Web-{6C002D43-CB3D-3BF9-1956-BE82E4DC6CE5}" dt="2026-05-25T00:36:30.588" v="669" actId="1076"/>
          <ac:spMkLst>
            <pc:docMk/>
            <pc:sldMk cId="1072741639" sldId="265"/>
            <ac:spMk id="15" creationId="{4113CEC9-CE11-D375-091D-60236F6CABCD}"/>
          </ac:spMkLst>
        </pc:spChg>
        <pc:spChg chg="mod">
          <ac:chgData name="野村 研輔" userId="S::nomura-ke@lakeel.com::338b7d1a-9919-4045-86bc-eb7df41921f4" providerId="AD" clId="Web-{6C002D43-CB3D-3BF9-1956-BE82E4DC6CE5}" dt="2026-05-22T05:59:17.794" v="250" actId="1076"/>
          <ac:spMkLst>
            <pc:docMk/>
            <pc:sldMk cId="1072741639" sldId="265"/>
            <ac:spMk id="18" creationId="{8A0C7466-30A7-ABD3-AC73-ECF34592CFB6}"/>
          </ac:spMkLst>
        </pc:spChg>
        <pc:graphicFrameChg chg="mod modGraphic">
          <ac:chgData name="野村 研輔" userId="S::nomura-ke@lakeel.com::338b7d1a-9919-4045-86bc-eb7df41921f4" providerId="AD" clId="Web-{6C002D43-CB3D-3BF9-1956-BE82E4DC6CE5}" dt="2026-05-24T23:55:23.185" v="616"/>
          <ac:graphicFrameMkLst>
            <pc:docMk/>
            <pc:sldMk cId="1072741639" sldId="265"/>
            <ac:graphicFrameMk id="16" creationId="{CE46D02D-4ACB-3392-94ED-416C7B324488}"/>
          </ac:graphicFrameMkLst>
        </pc:graphicFrameChg>
      </pc:sldChg>
      <pc:sldChg chg="addSp delSp modSp add replId">
        <pc:chgData name="野村 研輔" userId="S::nomura-ke@lakeel.com::338b7d1a-9919-4045-86bc-eb7df41921f4" providerId="AD" clId="Web-{6C002D43-CB3D-3BF9-1956-BE82E4DC6CE5}" dt="2026-05-25T00:41:02.269" v="738" actId="1076"/>
        <pc:sldMkLst>
          <pc:docMk/>
          <pc:sldMk cId="2598967568" sldId="267"/>
        </pc:sldMkLst>
        <pc:spChg chg="add mod">
          <ac:chgData name="野村 研輔" userId="S::nomura-ke@lakeel.com::338b7d1a-9919-4045-86bc-eb7df41921f4" providerId="AD" clId="Web-{6C002D43-CB3D-3BF9-1956-BE82E4DC6CE5}" dt="2026-05-25T00:40:58.331" v="737" actId="1076"/>
          <ac:spMkLst>
            <pc:docMk/>
            <pc:sldMk cId="2598967568" sldId="267"/>
            <ac:spMk id="7" creationId="{2902F460-CE10-1869-F9EC-288F773E879D}"/>
          </ac:spMkLst>
        </pc:spChg>
        <pc:spChg chg="mod">
          <ac:chgData name="野村 研輔" userId="S::nomura-ke@lakeel.com::338b7d1a-9919-4045-86bc-eb7df41921f4" providerId="AD" clId="Web-{6C002D43-CB3D-3BF9-1956-BE82E4DC6CE5}" dt="2026-05-22T06:14:27.382" v="350" actId="20577"/>
          <ac:spMkLst>
            <pc:docMk/>
            <pc:sldMk cId="2598967568" sldId="267"/>
            <ac:spMk id="8" creationId="{1A16EB1F-9A5A-A80E-15D8-DBC5085A1B87}"/>
          </ac:spMkLst>
        </pc:spChg>
        <pc:spChg chg="add del mod">
          <ac:chgData name="野村 研輔" userId="S::nomura-ke@lakeel.com::338b7d1a-9919-4045-86bc-eb7df41921f4" providerId="AD" clId="Web-{6C002D43-CB3D-3BF9-1956-BE82E4DC6CE5}" dt="2026-05-25T00:40:12.955" v="714" actId="14100"/>
          <ac:spMkLst>
            <pc:docMk/>
            <pc:sldMk cId="2598967568" sldId="267"/>
            <ac:spMk id="10" creationId="{CAEA1022-9F53-2FD0-B1F7-CA1BD1AD47DB}"/>
          </ac:spMkLst>
        </pc:spChg>
        <pc:spChg chg="mod">
          <ac:chgData name="野村 研輔" userId="S::nomura-ke@lakeel.com::338b7d1a-9919-4045-86bc-eb7df41921f4" providerId="AD" clId="Web-{6C002D43-CB3D-3BF9-1956-BE82E4DC6CE5}" dt="2026-05-25T00:41:02.269" v="738" actId="1076"/>
          <ac:spMkLst>
            <pc:docMk/>
            <pc:sldMk cId="2598967568" sldId="267"/>
            <ac:spMk id="11" creationId="{DBC4CB2A-F61F-BFD8-7AD6-1E62B046657C}"/>
          </ac:spMkLst>
        </pc:spChg>
        <pc:spChg chg="mod">
          <ac:chgData name="野村 研輔" userId="S::nomura-ke@lakeel.com::338b7d1a-9919-4045-86bc-eb7df41921f4" providerId="AD" clId="Web-{6C002D43-CB3D-3BF9-1956-BE82E4DC6CE5}" dt="2026-05-25T00:39:21.031" v="705" actId="14100"/>
          <ac:spMkLst>
            <pc:docMk/>
            <pc:sldMk cId="2598967568" sldId="267"/>
            <ac:spMk id="13" creationId="{E04A053A-BDAD-3943-6013-BB28C99D2760}"/>
          </ac:spMkLst>
        </pc:spChg>
        <pc:spChg chg="mod">
          <ac:chgData name="野村 研輔" userId="S::nomura-ke@lakeel.com::338b7d1a-9919-4045-86bc-eb7df41921f4" providerId="AD" clId="Web-{6C002D43-CB3D-3BF9-1956-BE82E4DC6CE5}" dt="2026-05-25T00:39:36.016" v="708" actId="1076"/>
          <ac:spMkLst>
            <pc:docMk/>
            <pc:sldMk cId="2598967568" sldId="267"/>
            <ac:spMk id="15" creationId="{13BF6777-67B7-7A21-6D31-AA3181924267}"/>
          </ac:spMkLst>
        </pc:spChg>
        <pc:spChg chg="mod">
          <ac:chgData name="野村 研輔" userId="S::nomura-ke@lakeel.com::338b7d1a-9919-4045-86bc-eb7df41921f4" providerId="AD" clId="Web-{6C002D43-CB3D-3BF9-1956-BE82E4DC6CE5}" dt="2026-05-22T06:16:28.907" v="396" actId="14100"/>
          <ac:spMkLst>
            <pc:docMk/>
            <pc:sldMk cId="2598967568" sldId="267"/>
            <ac:spMk id="17" creationId="{11F92D03-7EF2-4288-7DF2-775A14C4AE04}"/>
          </ac:spMkLst>
        </pc:spChg>
      </pc:sldChg>
      <pc:sldChg chg="delSp">
        <pc:chgData name="野村 研輔" userId="S::nomura-ke@lakeel.com::338b7d1a-9919-4045-86bc-eb7df41921f4" providerId="AD" clId="Web-{6C002D43-CB3D-3BF9-1956-BE82E4DC6CE5}" dt="2026-05-25T00:33:34.004" v="666"/>
        <pc:sldMkLst>
          <pc:docMk/>
          <pc:sldMk cId="2684820852" sldId="269"/>
        </pc:sldMkLst>
      </pc:sldChg>
    </pc:docChg>
  </pc:docChgLst>
  <pc:docChgLst>
    <pc:chgData name="平山 颯馬" userId="S::hirayama-so@lakeel.com::db93df50-0138-46fb-b706-fe3733f1e23f" providerId="AD" clId="Web-{56091846-6644-533F-CA17-D3792F9A04A7}"/>
    <pc:docChg chg="modSld">
      <pc:chgData name="平山 颯馬" userId="S::hirayama-so@lakeel.com::db93df50-0138-46fb-b706-fe3733f1e23f" providerId="AD" clId="Web-{56091846-6644-533F-CA17-D3792F9A04A7}" dt="2026-05-25T05:33:09.786" v="7" actId="1076"/>
      <pc:docMkLst>
        <pc:docMk/>
      </pc:docMkLst>
      <pc:sldChg chg="modSp">
        <pc:chgData name="平山 颯馬" userId="S::hirayama-so@lakeel.com::db93df50-0138-46fb-b706-fe3733f1e23f" providerId="AD" clId="Web-{56091846-6644-533F-CA17-D3792F9A04A7}" dt="2026-05-25T01:00:50.796" v="5" actId="1076"/>
        <pc:sldMkLst>
          <pc:docMk/>
          <pc:sldMk cId="84604167" sldId="259"/>
        </pc:sldMkLst>
      </pc:sldChg>
      <pc:sldChg chg="modSp">
        <pc:chgData name="平山 颯馬" userId="S::hirayama-so@lakeel.com::db93df50-0138-46fb-b706-fe3733f1e23f" providerId="AD" clId="Web-{56091846-6644-533F-CA17-D3792F9A04A7}" dt="2026-05-25T05:33:09.786" v="7" actId="1076"/>
        <pc:sldMkLst>
          <pc:docMk/>
          <pc:sldMk cId="2684820852" sldId="269"/>
        </pc:sldMkLst>
        <pc:spChg chg="mod">
          <ac:chgData name="平山 颯馬" userId="S::hirayama-so@lakeel.com::db93df50-0138-46fb-b706-fe3733f1e23f" providerId="AD" clId="Web-{56091846-6644-533F-CA17-D3792F9A04A7}" dt="2026-05-25T05:33:09.786" v="7" actId="1076"/>
          <ac:spMkLst>
            <pc:docMk/>
            <pc:sldMk cId="2684820852" sldId="269"/>
            <ac:spMk id="17" creationId="{4CF3C493-0D22-137C-3DBF-00E04F20A78C}"/>
          </ac:spMkLst>
        </pc:spChg>
      </pc:sldChg>
    </pc:docChg>
  </pc:docChgLst>
  <pc:docChgLst>
    <pc:chgData name="髙岡 瑞希" userId="S::takaoka-mi@lakeel.com::e3c2ec74-1f6f-4c7c-bb9b-a21c5a46a973" providerId="AD" clId="Web-{E26E3A24-F81E-B6EB-66D3-09077F0D948D}"/>
    <pc:docChg chg="addSld delSld modSld">
      <pc:chgData name="髙岡 瑞希" userId="S::takaoka-mi@lakeel.com::e3c2ec74-1f6f-4c7c-bb9b-a21c5a46a973" providerId="AD" clId="Web-{E26E3A24-F81E-B6EB-66D3-09077F0D948D}" dt="2026-05-25T01:21:35.198" v="89" actId="20577"/>
      <pc:docMkLst>
        <pc:docMk/>
      </pc:docMkLst>
      <pc:sldChg chg="addSp delSp modSp">
        <pc:chgData name="髙岡 瑞希" userId="S::takaoka-mi@lakeel.com::e3c2ec74-1f6f-4c7c-bb9b-a21c5a46a973" providerId="AD" clId="Web-{E26E3A24-F81E-B6EB-66D3-09077F0D948D}" dt="2026-05-25T01:21:26.214" v="85" actId="20577"/>
        <pc:sldMkLst>
          <pc:docMk/>
          <pc:sldMk cId="84604167" sldId="259"/>
        </pc:sldMkLst>
      </pc:sldChg>
      <pc:sldChg chg="addSp modSp">
        <pc:chgData name="髙岡 瑞希" userId="S::takaoka-mi@lakeel.com::e3c2ec74-1f6f-4c7c-bb9b-a21c5a46a973" providerId="AD" clId="Web-{E26E3A24-F81E-B6EB-66D3-09077F0D948D}" dt="2026-05-25T00:41:13.572" v="75" actId="1076"/>
        <pc:sldMkLst>
          <pc:docMk/>
          <pc:sldMk cId="1462838052" sldId="262"/>
        </pc:sldMkLst>
        <pc:spChg chg="add mod">
          <ac:chgData name="髙岡 瑞希" userId="S::takaoka-mi@lakeel.com::e3c2ec74-1f6f-4c7c-bb9b-a21c5a46a973" providerId="AD" clId="Web-{E26E3A24-F81E-B6EB-66D3-09077F0D948D}" dt="2026-05-25T00:41:08.587" v="74" actId="14100"/>
          <ac:spMkLst>
            <pc:docMk/>
            <pc:sldMk cId="1462838052" sldId="262"/>
            <ac:spMk id="2" creationId="{D4A34756-C56A-66D6-0F68-B22CE90DA66B}"/>
          </ac:spMkLst>
        </pc:spChg>
        <pc:spChg chg="mod">
          <ac:chgData name="髙岡 瑞希" userId="S::takaoka-mi@lakeel.com::e3c2ec74-1f6f-4c7c-bb9b-a21c5a46a973" providerId="AD" clId="Web-{E26E3A24-F81E-B6EB-66D3-09077F0D948D}" dt="2026-05-25T00:38:49.629" v="60" actId="1076"/>
          <ac:spMkLst>
            <pc:docMk/>
            <pc:sldMk cId="1462838052" sldId="262"/>
            <ac:spMk id="10" creationId="{F74269FB-A800-E4CA-E826-3CACDD615490}"/>
          </ac:spMkLst>
        </pc:spChg>
        <pc:spChg chg="mod">
          <ac:chgData name="髙岡 瑞希" userId="S::takaoka-mi@lakeel.com::e3c2ec74-1f6f-4c7c-bb9b-a21c5a46a973" providerId="AD" clId="Web-{E26E3A24-F81E-B6EB-66D3-09077F0D948D}" dt="2026-05-25T00:38:27.519" v="54" actId="1076"/>
          <ac:spMkLst>
            <pc:docMk/>
            <pc:sldMk cId="1462838052" sldId="262"/>
            <ac:spMk id="12" creationId="{185C77EE-4D12-CD54-1008-C87604491209}"/>
          </ac:spMkLst>
        </pc:spChg>
        <pc:spChg chg="mod">
          <ac:chgData name="髙岡 瑞希" userId="S::takaoka-mi@lakeel.com::e3c2ec74-1f6f-4c7c-bb9b-a21c5a46a973" providerId="AD" clId="Web-{E26E3A24-F81E-B6EB-66D3-09077F0D948D}" dt="2026-05-25T00:38:34.363" v="56" actId="1076"/>
          <ac:spMkLst>
            <pc:docMk/>
            <pc:sldMk cId="1462838052" sldId="262"/>
            <ac:spMk id="13" creationId="{D4471D2E-D762-5C71-3B1C-BB57AC8C42DD}"/>
          </ac:spMkLst>
        </pc:spChg>
        <pc:spChg chg="mod">
          <ac:chgData name="髙岡 瑞希" userId="S::takaoka-mi@lakeel.com::e3c2ec74-1f6f-4c7c-bb9b-a21c5a46a973" providerId="AD" clId="Web-{E26E3A24-F81E-B6EB-66D3-09077F0D948D}" dt="2026-05-25T00:39:03.739" v="61" actId="1076"/>
          <ac:spMkLst>
            <pc:docMk/>
            <pc:sldMk cId="1462838052" sldId="262"/>
            <ac:spMk id="21" creationId="{63738B0B-3442-48B1-99B2-AB2834218EEC}"/>
          </ac:spMkLst>
        </pc:spChg>
        <pc:spChg chg="mod">
          <ac:chgData name="髙岡 瑞希" userId="S::takaoka-mi@lakeel.com::e3c2ec74-1f6f-4c7c-bb9b-a21c5a46a973" providerId="AD" clId="Web-{E26E3A24-F81E-B6EB-66D3-09077F0D948D}" dt="2026-05-25T00:39:18.099" v="63" actId="1076"/>
          <ac:spMkLst>
            <pc:docMk/>
            <pc:sldMk cId="1462838052" sldId="262"/>
            <ac:spMk id="24" creationId="{84BA406D-9657-D533-5EDD-0C04B040C836}"/>
          </ac:spMkLst>
        </pc:spChg>
        <pc:spChg chg="mod">
          <ac:chgData name="髙岡 瑞希" userId="S::takaoka-mi@lakeel.com::e3c2ec74-1f6f-4c7c-bb9b-a21c5a46a973" providerId="AD" clId="Web-{E26E3A24-F81E-B6EB-66D3-09077F0D948D}" dt="2026-05-25T00:39:34.787" v="65" actId="1076"/>
          <ac:spMkLst>
            <pc:docMk/>
            <pc:sldMk cId="1462838052" sldId="262"/>
            <ac:spMk id="26" creationId="{0AA0E562-2A16-05CC-28F9-E556D8709F3B}"/>
          </ac:spMkLst>
        </pc:spChg>
        <pc:spChg chg="mod">
          <ac:chgData name="髙岡 瑞希" userId="S::takaoka-mi@lakeel.com::e3c2ec74-1f6f-4c7c-bb9b-a21c5a46a973" providerId="AD" clId="Web-{E26E3A24-F81E-B6EB-66D3-09077F0D948D}" dt="2026-05-25T00:39:26.412" v="64" actId="1076"/>
          <ac:spMkLst>
            <pc:docMk/>
            <pc:sldMk cId="1462838052" sldId="262"/>
            <ac:spMk id="27" creationId="{8825AA54-7AE8-9E6B-D0D6-1915D595FCC0}"/>
          </ac:spMkLst>
        </pc:spChg>
        <pc:spChg chg="mod">
          <ac:chgData name="髙岡 瑞希" userId="S::takaoka-mi@lakeel.com::e3c2ec74-1f6f-4c7c-bb9b-a21c5a46a973" providerId="AD" clId="Web-{E26E3A24-F81E-B6EB-66D3-09077F0D948D}" dt="2026-05-25T00:41:13.572" v="75" actId="1076"/>
          <ac:spMkLst>
            <pc:docMk/>
            <pc:sldMk cId="1462838052" sldId="262"/>
            <ac:spMk id="28" creationId="{8224CD72-25C7-3C0E-A1AD-8BEB0EA4194D}"/>
          </ac:spMkLst>
        </pc:spChg>
      </pc:sldChg>
      <pc:sldChg chg="delSp">
        <pc:chgData name="髙岡 瑞希" userId="S::takaoka-mi@lakeel.com::e3c2ec74-1f6f-4c7c-bb9b-a21c5a46a973" providerId="AD" clId="Web-{E26E3A24-F81E-B6EB-66D3-09077F0D948D}" dt="2026-05-25T00:41:38.151" v="76"/>
        <pc:sldMkLst>
          <pc:docMk/>
          <pc:sldMk cId="1072741639" sldId="265"/>
        </pc:sldMkLst>
      </pc:sldChg>
      <pc:sldChg chg="addSp delSp modSp add replId">
        <pc:chgData name="髙岡 瑞希" userId="S::takaoka-mi@lakeel.com::e3c2ec74-1f6f-4c7c-bb9b-a21c5a46a973" providerId="AD" clId="Web-{E26E3A24-F81E-B6EB-66D3-09077F0D948D}" dt="2026-05-25T00:34:36.307" v="50"/>
        <pc:sldMkLst>
          <pc:docMk/>
          <pc:sldMk cId="2684820852" sldId="269"/>
        </pc:sldMkLst>
        <pc:spChg chg="mod">
          <ac:chgData name="髙岡 瑞希" userId="S::takaoka-mi@lakeel.com::e3c2ec74-1f6f-4c7c-bb9b-a21c5a46a973" providerId="AD" clId="Web-{E26E3A24-F81E-B6EB-66D3-09077F0D948D}" dt="2026-05-25T00:32:18.053" v="26" actId="1076"/>
          <ac:spMkLst>
            <pc:docMk/>
            <pc:sldMk cId="2684820852" sldId="269"/>
            <ac:spMk id="8" creationId="{4CC1EF20-FE90-DAAF-E0BF-9E27AF29CEB1}"/>
          </ac:spMkLst>
        </pc:spChg>
        <pc:spChg chg="add mod">
          <ac:chgData name="髙岡 瑞希" userId="S::takaoka-mi@lakeel.com::e3c2ec74-1f6f-4c7c-bb9b-a21c5a46a973" providerId="AD" clId="Web-{E26E3A24-F81E-B6EB-66D3-09077F0D948D}" dt="2026-05-25T00:34:36.307" v="50"/>
          <ac:spMkLst>
            <pc:docMk/>
            <pc:sldMk cId="2684820852" sldId="269"/>
            <ac:spMk id="9" creationId="{30B2F004-E963-A73C-F95C-8E7B38EF11E6}"/>
          </ac:spMkLst>
        </pc:spChg>
        <pc:spChg chg="add mod">
          <ac:chgData name="髙岡 瑞希" userId="S::takaoka-mi@lakeel.com::e3c2ec74-1f6f-4c7c-bb9b-a21c5a46a973" providerId="AD" clId="Web-{E26E3A24-F81E-B6EB-66D3-09077F0D948D}" dt="2026-05-25T00:34:10.322" v="46"/>
          <ac:spMkLst>
            <pc:docMk/>
            <pc:sldMk cId="2684820852" sldId="269"/>
            <ac:spMk id="16" creationId="{818B3263-0FD4-2FFA-FCF8-3B59A70E58B7}"/>
          </ac:spMkLst>
        </pc:spChg>
        <pc:spChg chg="add mod">
          <ac:chgData name="髙岡 瑞希" userId="S::takaoka-mi@lakeel.com::e3c2ec74-1f6f-4c7c-bb9b-a21c5a46a973" providerId="AD" clId="Web-{E26E3A24-F81E-B6EB-66D3-09077F0D948D}" dt="2026-05-25T00:34:28.682" v="49"/>
          <ac:spMkLst>
            <pc:docMk/>
            <pc:sldMk cId="2684820852" sldId="269"/>
            <ac:spMk id="17" creationId="{4CF3C493-0D22-137C-3DBF-00E04F20A78C}"/>
          </ac:spMkLst>
        </pc:spChg>
      </pc:sldChg>
    </pc:docChg>
  </pc:docChgLst>
  <pc:docChgLst>
    <pc:chgData name="髙岡 瑞希" userId="S::takaoka-mi@lakeel.com::e3c2ec74-1f6f-4c7c-bb9b-a21c5a46a973" providerId="AD" clId="Web-{8543E51C-2085-9151-4A3A-F1992BA18409}"/>
    <pc:docChg chg="delSld modSld">
      <pc:chgData name="髙岡 瑞希" userId="S::takaoka-mi@lakeel.com::e3c2ec74-1f6f-4c7c-bb9b-a21c5a46a973" providerId="AD" clId="Web-{8543E51C-2085-9151-4A3A-F1992BA18409}" dt="2026-05-22T07:09:59.317" v="8"/>
      <pc:docMkLst>
        <pc:docMk/>
      </pc:docMkLst>
      <pc:sldChg chg="addSp delSp">
        <pc:chgData name="髙岡 瑞希" userId="S::takaoka-mi@lakeel.com::e3c2ec74-1f6f-4c7c-bb9b-a21c5a46a973" providerId="AD" clId="Web-{8543E51C-2085-9151-4A3A-F1992BA18409}" dt="2026-05-22T07:09:55.848" v="7"/>
        <pc:sldMkLst>
          <pc:docMk/>
          <pc:sldMk cId="940970196" sldId="256"/>
        </pc:sldMkLst>
      </pc:sldChg>
      <pc:sldChg chg="del">
        <pc:chgData name="髙岡 瑞希" userId="S::takaoka-mi@lakeel.com::e3c2ec74-1f6f-4c7c-bb9b-a21c5a46a973" providerId="AD" clId="Web-{8543E51C-2085-9151-4A3A-F1992BA18409}" dt="2026-05-22T07:08:43.299" v="0"/>
        <pc:sldMkLst>
          <pc:docMk/>
          <pc:sldMk cId="84604167" sldId="259"/>
        </pc:sldMkLst>
      </pc:sldChg>
    </pc:docChg>
  </pc:docChgLst>
  <pc:docChgLst>
    <pc:chgData name="髙岡 瑞希" userId="S::takaoka-mi@lakeel.com::e3c2ec74-1f6f-4c7c-bb9b-a21c5a46a973" providerId="AD" clId="Web-{0919665C-E4AB-8EA0-DA03-75D51963E1E4}"/>
    <pc:docChg chg="modSld">
      <pc:chgData name="髙岡 瑞希" userId="S::takaoka-mi@lakeel.com::e3c2ec74-1f6f-4c7c-bb9b-a21c5a46a973" providerId="AD" clId="Web-{0919665C-E4AB-8EA0-DA03-75D51963E1E4}" dt="2026-05-25T08:34:51.609" v="11" actId="20577"/>
      <pc:docMkLst>
        <pc:docMk/>
      </pc:docMkLst>
      <pc:sldChg chg="modSp">
        <pc:chgData name="髙岡 瑞希" userId="S::takaoka-mi@lakeel.com::e3c2ec74-1f6f-4c7c-bb9b-a21c5a46a973" providerId="AD" clId="Web-{0919665C-E4AB-8EA0-DA03-75D51963E1E4}" dt="2026-05-25T08:34:51.609" v="11" actId="20577"/>
        <pc:sldMkLst>
          <pc:docMk/>
          <pc:sldMk cId="2598967568" sldId="267"/>
        </pc:sldMkLst>
        <pc:spChg chg="mod">
          <ac:chgData name="髙岡 瑞希" userId="S::takaoka-mi@lakeel.com::e3c2ec74-1f6f-4c7c-bb9b-a21c5a46a973" providerId="AD" clId="Web-{0919665C-E4AB-8EA0-DA03-75D51963E1E4}" dt="2026-05-25T08:34:45.453" v="9" actId="20577"/>
          <ac:spMkLst>
            <pc:docMk/>
            <pc:sldMk cId="2598967568" sldId="267"/>
            <ac:spMk id="7" creationId="{2902F460-CE10-1869-F9EC-288F773E879D}"/>
          </ac:spMkLst>
        </pc:spChg>
      </pc:sldChg>
    </pc:docChg>
  </pc:docChgLst>
  <pc:docChgLst>
    <pc:chgData name="賀上 幸実" userId="S::kagami-yu@lakeel.com::61778170-e0f5-4762-addd-6865af403aaa" providerId="AD" clId="Web-{C4A7801A-C60A-3FB7-DB22-70092002D60C}"/>
    <pc:docChg chg="addSld delSld modSld">
      <pc:chgData name="賀上 幸実" userId="S::kagami-yu@lakeel.com::61778170-e0f5-4762-addd-6865af403aaa" providerId="AD" clId="Web-{C4A7801A-C60A-3FB7-DB22-70092002D60C}" dt="2026-05-25T07:48:47.874" v="114" actId="1076"/>
      <pc:docMkLst>
        <pc:docMk/>
      </pc:docMkLst>
      <pc:sldChg chg="addSp delSp modSp add">
        <pc:chgData name="賀上 幸実" userId="S::kagami-yu@lakeel.com::61778170-e0f5-4762-addd-6865af403aaa" providerId="AD" clId="Web-{C4A7801A-C60A-3FB7-DB22-70092002D60C}" dt="2026-05-25T06:20:03.191" v="111" actId="20577"/>
        <pc:sldMkLst>
          <pc:docMk/>
          <pc:sldMk cId="84604167" sldId="259"/>
        </pc:sldMkLst>
      </pc:sldChg>
      <pc:sldChg chg="addSp delSp modSp">
        <pc:chgData name="賀上 幸実" userId="S::kagami-yu@lakeel.com::61778170-e0f5-4762-addd-6865af403aaa" providerId="AD" clId="Web-{C4A7801A-C60A-3FB7-DB22-70092002D60C}" dt="2026-05-25T07:48:47.874" v="114" actId="1076"/>
        <pc:sldMkLst>
          <pc:docMk/>
          <pc:sldMk cId="2598967568" sldId="267"/>
        </pc:sldMkLst>
        <pc:picChg chg="add mod">
          <ac:chgData name="賀上 幸実" userId="S::kagami-yu@lakeel.com::61778170-e0f5-4762-addd-6865af403aaa" providerId="AD" clId="Web-{C4A7801A-C60A-3FB7-DB22-70092002D60C}" dt="2026-05-25T07:48:47.874" v="114" actId="1076"/>
          <ac:picMkLst>
            <pc:docMk/>
            <pc:sldMk cId="2598967568" sldId="267"/>
            <ac:picMk id="2" creationId="{F20C5938-712A-52E1-5EE5-4A2267D6D12B}"/>
          </ac:picMkLst>
        </pc:picChg>
      </pc:sldChg>
    </pc:docChg>
  </pc:docChgLst>
  <pc:docChgLst>
    <pc:chgData name="髙岡 瑞希" userId="S::takaoka-mi@lakeel.com::e3c2ec74-1f6f-4c7c-bb9b-a21c5a46a973" providerId="AD" clId="Web-{A06402F8-2D7E-408F-575D-3FD71B65AFA3}"/>
    <pc:docChg chg="addSld delSld modSld">
      <pc:chgData name="髙岡 瑞希" userId="S::takaoka-mi@lakeel.com::e3c2ec74-1f6f-4c7c-bb9b-a21c5a46a973" providerId="AD" clId="Web-{A06402F8-2D7E-408F-575D-3FD71B65AFA3}" dt="2026-05-22T06:36:43.411" v="168"/>
      <pc:docMkLst>
        <pc:docMk/>
      </pc:docMkLst>
      <pc:sldChg chg="addSp delSp modSp">
        <pc:chgData name="髙岡 瑞希" userId="S::takaoka-mi@lakeel.com::e3c2ec74-1f6f-4c7c-bb9b-a21c5a46a973" providerId="AD" clId="Web-{A06402F8-2D7E-408F-575D-3FD71B65AFA3}" dt="2026-05-22T06:20:55.830" v="155" actId="20577"/>
        <pc:sldMkLst>
          <pc:docMk/>
          <pc:sldMk cId="1462838052" sldId="262"/>
        </pc:sldMkLst>
        <pc:spChg chg="add mod">
          <ac:chgData name="髙岡 瑞希" userId="S::takaoka-mi@lakeel.com::e3c2ec74-1f6f-4c7c-bb9b-a21c5a46a973" providerId="AD" clId="Web-{A06402F8-2D7E-408F-575D-3FD71B65AFA3}" dt="2026-05-22T06:05:00.031" v="48" actId="1076"/>
          <ac:spMkLst>
            <pc:docMk/>
            <pc:sldMk cId="1462838052" sldId="262"/>
            <ac:spMk id="7" creationId="{C21BD213-0E6D-0306-0F31-33811788BEA5}"/>
          </ac:spMkLst>
        </pc:spChg>
        <pc:spChg chg="mod">
          <ac:chgData name="髙岡 瑞希" userId="S::takaoka-mi@lakeel.com::e3c2ec74-1f6f-4c7c-bb9b-a21c5a46a973" providerId="AD" clId="Web-{A06402F8-2D7E-408F-575D-3FD71B65AFA3}" dt="2026-05-22T06:11:51.248" v="122" actId="14100"/>
          <ac:spMkLst>
            <pc:docMk/>
            <pc:sldMk cId="1462838052" sldId="262"/>
            <ac:spMk id="10" creationId="{F74269FB-A800-E4CA-E826-3CACDD615490}"/>
          </ac:spMkLst>
        </pc:spChg>
        <pc:spChg chg="mod">
          <ac:chgData name="髙岡 瑞希" userId="S::takaoka-mi@lakeel.com::e3c2ec74-1f6f-4c7c-bb9b-a21c5a46a973" providerId="AD" clId="Web-{A06402F8-2D7E-408F-575D-3FD71B65AFA3}" dt="2026-05-22T06:12:17.217" v="126" actId="1076"/>
          <ac:spMkLst>
            <pc:docMk/>
            <pc:sldMk cId="1462838052" sldId="262"/>
            <ac:spMk id="12" creationId="{185C77EE-4D12-CD54-1008-C87604491209}"/>
          </ac:spMkLst>
        </pc:spChg>
        <pc:spChg chg="mod">
          <ac:chgData name="髙岡 瑞希" userId="S::takaoka-mi@lakeel.com::e3c2ec74-1f6f-4c7c-bb9b-a21c5a46a973" providerId="AD" clId="Web-{A06402F8-2D7E-408F-575D-3FD71B65AFA3}" dt="2026-05-22T06:12:02.748" v="123" actId="1076"/>
          <ac:spMkLst>
            <pc:docMk/>
            <pc:sldMk cId="1462838052" sldId="262"/>
            <ac:spMk id="13" creationId="{D4471D2E-D762-5C71-3B1C-BB57AC8C42DD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07:19.270" v="82" actId="1076"/>
          <ac:spMkLst>
            <pc:docMk/>
            <pc:sldMk cId="1462838052" sldId="262"/>
            <ac:spMk id="21" creationId="{63738B0B-3442-48B1-99B2-AB2834218EEC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12:25.124" v="128" actId="1076"/>
          <ac:spMkLst>
            <pc:docMk/>
            <pc:sldMk cId="1462838052" sldId="262"/>
            <ac:spMk id="24" creationId="{84BA406D-9657-D533-5EDD-0C04B040C836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08:34.273" v="100" actId="20577"/>
          <ac:spMkLst>
            <pc:docMk/>
            <pc:sldMk cId="1462838052" sldId="262"/>
            <ac:spMk id="26" creationId="{0AA0E562-2A16-05CC-28F9-E556D8709F3B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08:17.147" v="96" actId="20577"/>
          <ac:spMkLst>
            <pc:docMk/>
            <pc:sldMk cId="1462838052" sldId="262"/>
            <ac:spMk id="27" creationId="{8825AA54-7AE8-9E6B-D0D6-1915D595FCC0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08:44.507" v="104" actId="20577"/>
          <ac:spMkLst>
            <pc:docMk/>
            <pc:sldMk cId="1462838052" sldId="262"/>
            <ac:spMk id="28" creationId="{8224CD72-25C7-3C0E-A1AD-8BEB0EA4194D}"/>
          </ac:spMkLst>
        </pc:spChg>
      </pc:sldChg>
      <pc:sldChg chg="modSp">
        <pc:chgData name="髙岡 瑞希" userId="S::takaoka-mi@lakeel.com::e3c2ec74-1f6f-4c7c-bb9b-a21c5a46a973" providerId="AD" clId="Web-{A06402F8-2D7E-408F-575D-3FD71B65AFA3}" dt="2026-05-22T06:20:14.298" v="151"/>
        <pc:sldMkLst>
          <pc:docMk/>
          <pc:sldMk cId="1072741639" sldId="265"/>
        </pc:sldMkLst>
        <pc:graphicFrameChg chg="mod modGraphic">
          <ac:chgData name="髙岡 瑞希" userId="S::takaoka-mi@lakeel.com::e3c2ec74-1f6f-4c7c-bb9b-a21c5a46a973" providerId="AD" clId="Web-{A06402F8-2D7E-408F-575D-3FD71B65AFA3}" dt="2026-05-22T06:20:14.298" v="151"/>
          <ac:graphicFrameMkLst>
            <pc:docMk/>
            <pc:sldMk cId="1072741639" sldId="265"/>
            <ac:graphicFrameMk id="16" creationId="{CE46D02D-4ACB-3392-94ED-416C7B324488}"/>
          </ac:graphicFrameMkLst>
        </pc:graphicFrameChg>
      </pc:sldChg>
      <pc:sldChg chg="addSp delSp modSp">
        <pc:chgData name="髙岡 瑞希" userId="S::takaoka-mi@lakeel.com::e3c2ec74-1f6f-4c7c-bb9b-a21c5a46a973" providerId="AD" clId="Web-{A06402F8-2D7E-408F-575D-3FD71B65AFA3}" dt="2026-05-22T06:21:20.550" v="162" actId="20577"/>
        <pc:sldMkLst>
          <pc:docMk/>
          <pc:sldMk cId="2598967568" sldId="267"/>
        </pc:sldMkLst>
        <pc:spChg chg="mod">
          <ac:chgData name="髙岡 瑞希" userId="S::takaoka-mi@lakeel.com::e3c2ec74-1f6f-4c7c-bb9b-a21c5a46a973" providerId="AD" clId="Web-{A06402F8-2D7E-408F-575D-3FD71B65AFA3}" dt="2026-05-22T06:16:09.335" v="142" actId="20577"/>
          <ac:spMkLst>
            <pc:docMk/>
            <pc:sldMk cId="2598967568" sldId="267"/>
            <ac:spMk id="15" creationId="{13BF6777-67B7-7A21-6D31-AA3181924267}"/>
          </ac:spMkLst>
        </pc:spChg>
        <pc:spChg chg="add mod">
          <ac:chgData name="髙岡 瑞希" userId="S::takaoka-mi@lakeel.com::e3c2ec74-1f6f-4c7c-bb9b-a21c5a46a973" providerId="AD" clId="Web-{A06402F8-2D7E-408F-575D-3FD71B65AFA3}" dt="2026-05-22T06:16:03.647" v="140" actId="1076"/>
          <ac:spMkLst>
            <pc:docMk/>
            <pc:sldMk cId="2598967568" sldId="267"/>
            <ac:spMk id="17" creationId="{11F92D03-7EF2-4288-7DF2-775A14C4AE04}"/>
          </ac:spMkLst>
        </pc:spChg>
      </pc:sldChg>
    </pc:docChg>
  </pc:docChgLst>
  <pc:docChgLst>
    <pc:chgData name="賀上 幸実" userId="S::kagami-yu@lakeel.com::61778170-e0f5-4762-addd-6865af403aaa" providerId="AD" clId="Web-{B3E9DB70-C7D6-E284-E8BD-E2CF845A0447}"/>
    <pc:docChg chg="addSld delSld modSld">
      <pc:chgData name="賀上 幸実" userId="S::kagami-yu@lakeel.com::61778170-e0f5-4762-addd-6865af403aaa" providerId="AD" clId="Web-{B3E9DB70-C7D6-E284-E8BD-E2CF845A0447}" dt="2026-05-26T07:22:58.290" v="1054"/>
      <pc:docMkLst>
        <pc:docMk/>
      </pc:docMkLst>
      <pc:sldChg chg="addSp delSp modSp">
        <pc:chgData name="賀上 幸実" userId="S::kagami-yu@lakeel.com::61778170-e0f5-4762-addd-6865af403aaa" providerId="AD" clId="Web-{B3E9DB70-C7D6-E284-E8BD-E2CF845A0447}" dt="2026-05-25T08:58:45.736" v="115" actId="14100"/>
        <pc:sldMkLst>
          <pc:docMk/>
          <pc:sldMk cId="940970196" sldId="256"/>
        </pc:sldMkLst>
        <pc:spChg chg="mod">
          <ac:chgData name="賀上 幸実" userId="S::kagami-yu@lakeel.com::61778170-e0f5-4762-addd-6865af403aaa" providerId="AD" clId="Web-{B3E9DB70-C7D6-E284-E8BD-E2CF845A0447}" dt="2026-05-25T08:58:45.736" v="115" actId="14100"/>
          <ac:spMkLst>
            <pc:docMk/>
            <pc:sldMk cId="940970196" sldId="256"/>
            <ac:spMk id="4" creationId="{FD2CD96E-4ED3-9110-6234-C11ED7888D7D}"/>
          </ac:spMkLst>
        </pc:spChg>
        <pc:spChg chg="mod">
          <ac:chgData name="賀上 幸実" userId="S::kagami-yu@lakeel.com::61778170-e0f5-4762-addd-6865af403aaa" providerId="AD" clId="Web-{B3E9DB70-C7D6-E284-E8BD-E2CF845A0447}" dt="2026-05-25T08:53:59.078" v="57" actId="14100"/>
          <ac:spMkLst>
            <pc:docMk/>
            <pc:sldMk cId="940970196" sldId="256"/>
            <ac:spMk id="5" creationId="{072936F0-D245-8EE8-726A-8924CF83F119}"/>
          </ac:spMkLst>
        </pc:spChg>
        <pc:spChg chg="mod">
          <ac:chgData name="賀上 幸実" userId="S::kagami-yu@lakeel.com::61778170-e0f5-4762-addd-6865af403aaa" providerId="AD" clId="Web-{B3E9DB70-C7D6-E284-E8BD-E2CF845A0447}" dt="2026-05-25T08:54:13.375" v="61" actId="1076"/>
          <ac:spMkLst>
            <pc:docMk/>
            <pc:sldMk cId="940970196" sldId="256"/>
            <ac:spMk id="8" creationId="{9B59FCD9-19A4-2B59-E769-C0F36652D364}"/>
          </ac:spMkLst>
        </pc:spChg>
        <pc:spChg chg="mod">
          <ac:chgData name="賀上 幸実" userId="S::kagami-yu@lakeel.com::61778170-e0f5-4762-addd-6865af403aaa" providerId="AD" clId="Web-{B3E9DB70-C7D6-E284-E8BD-E2CF845A0447}" dt="2026-05-25T08:54:21.797" v="62" actId="14100"/>
          <ac:spMkLst>
            <pc:docMk/>
            <pc:sldMk cId="940970196" sldId="256"/>
            <ac:spMk id="10" creationId="{2EB17A3D-8D81-04F9-6459-1B813B06427B}"/>
          </ac:spMkLst>
        </pc:spChg>
        <pc:spChg chg="mod">
          <ac:chgData name="賀上 幸実" userId="S::kagami-yu@lakeel.com::61778170-e0f5-4762-addd-6865af403aaa" providerId="AD" clId="Web-{B3E9DB70-C7D6-E284-E8BD-E2CF845A0447}" dt="2026-05-25T08:56:37.712" v="87" actId="1076"/>
          <ac:spMkLst>
            <pc:docMk/>
            <pc:sldMk cId="940970196" sldId="256"/>
            <ac:spMk id="11" creationId="{9755F540-C360-F3B8-229C-0AC0BD7DA13A}"/>
          </ac:spMkLst>
        </pc:spChg>
        <pc:spChg chg="mod">
          <ac:chgData name="賀上 幸実" userId="S::kagami-yu@lakeel.com::61778170-e0f5-4762-addd-6865af403aaa" providerId="AD" clId="Web-{B3E9DB70-C7D6-E284-E8BD-E2CF845A0447}" dt="2026-05-25T08:56:35.087" v="86" actId="1076"/>
          <ac:spMkLst>
            <pc:docMk/>
            <pc:sldMk cId="940970196" sldId="256"/>
            <ac:spMk id="12" creationId="{90A3ACA2-E7FA-90F8-9FEB-09D2CE03FC53}"/>
          </ac:spMkLst>
        </pc:spChg>
        <pc:spChg chg="mod">
          <ac:chgData name="賀上 幸実" userId="S::kagami-yu@lakeel.com::61778170-e0f5-4762-addd-6865af403aaa" providerId="AD" clId="Web-{B3E9DB70-C7D6-E284-E8BD-E2CF845A0447}" dt="2026-05-25T08:56:05.256" v="82" actId="14100"/>
          <ac:spMkLst>
            <pc:docMk/>
            <pc:sldMk cId="940970196" sldId="256"/>
            <ac:spMk id="13" creationId="{ABF711B8-D883-75ED-1114-B66FBB8CCA53}"/>
          </ac:spMkLst>
        </pc:spChg>
        <pc:spChg chg="mod">
          <ac:chgData name="賀上 幸実" userId="S::kagami-yu@lakeel.com::61778170-e0f5-4762-addd-6865af403aaa" providerId="AD" clId="Web-{B3E9DB70-C7D6-E284-E8BD-E2CF845A0447}" dt="2026-05-25T08:56:00.068" v="81" actId="14100"/>
          <ac:spMkLst>
            <pc:docMk/>
            <pc:sldMk cId="940970196" sldId="256"/>
            <ac:spMk id="14" creationId="{BFA72C2D-4145-4B82-3FCC-3E36A7D3563D}"/>
          </ac:spMkLst>
        </pc:spChg>
        <pc:spChg chg="mod">
          <ac:chgData name="賀上 幸実" userId="S::kagami-yu@lakeel.com::61778170-e0f5-4762-addd-6865af403aaa" providerId="AD" clId="Web-{B3E9DB70-C7D6-E284-E8BD-E2CF845A0447}" dt="2026-05-25T08:56:16.976" v="84" actId="1076"/>
          <ac:spMkLst>
            <pc:docMk/>
            <pc:sldMk cId="940970196" sldId="256"/>
            <ac:spMk id="15" creationId="{BF20F8BE-A3F3-CD39-04DE-D990DE9BA46E}"/>
          </ac:spMkLst>
        </pc:spChg>
        <pc:spChg chg="add mod">
          <ac:chgData name="賀上 幸実" userId="S::kagami-yu@lakeel.com::61778170-e0f5-4762-addd-6865af403aaa" providerId="AD" clId="Web-{B3E9DB70-C7D6-E284-E8BD-E2CF845A0447}" dt="2026-05-25T08:54:46.001" v="66" actId="1076"/>
          <ac:spMkLst>
            <pc:docMk/>
            <pc:sldMk cId="940970196" sldId="256"/>
            <ac:spMk id="16" creationId="{CF8DBD62-E6EA-97A7-3F30-C176CEBEF09D}"/>
          </ac:spMkLst>
        </pc:spChg>
        <pc:spChg chg="add">
          <ac:chgData name="賀上 幸実" userId="S::kagami-yu@lakeel.com::61778170-e0f5-4762-addd-6865af403aaa" providerId="AD" clId="Web-{B3E9DB70-C7D6-E284-E8BD-E2CF845A0447}" dt="2026-05-25T08:58:39.642" v="114"/>
          <ac:spMkLst>
            <pc:docMk/>
            <pc:sldMk cId="940970196" sldId="256"/>
            <ac:spMk id="18" creationId="{44D77BAC-BE28-0B47-54F7-00E699D145A6}"/>
          </ac:spMkLst>
        </pc:spChg>
      </pc:sldChg>
      <pc:sldChg chg="addSp delSp modSp">
        <pc:chgData name="賀上 幸実" userId="S::kagami-yu@lakeel.com::61778170-e0f5-4762-addd-6865af403aaa" providerId="AD" clId="Web-{B3E9DB70-C7D6-E284-E8BD-E2CF845A0447}" dt="2026-05-26T00:55:14.381" v="1046" actId="1076"/>
        <pc:sldMkLst>
          <pc:docMk/>
          <pc:sldMk cId="84604167" sldId="259"/>
        </pc:sldMkLst>
        <pc:spChg chg="del">
          <ac:chgData name="賀上 幸実" userId="S::kagami-yu@lakeel.com::61778170-e0f5-4762-addd-6865af403aaa" providerId="AD" clId="Web-{B3E9DB70-C7D6-E284-E8BD-E2CF845A0447}" dt="2026-05-26T00:40:22.774" v="843"/>
          <ac:spMkLst>
            <pc:docMk/>
            <pc:sldMk cId="84604167" sldId="259"/>
            <ac:spMk id="3" creationId="{51EDED93-9164-DCFD-C9CC-C13DA5CF5EF0}"/>
          </ac:spMkLst>
        </pc:spChg>
        <pc:spChg chg="add mod ord">
          <ac:chgData name="賀上 幸実" userId="S::kagami-yu@lakeel.com::61778170-e0f5-4762-addd-6865af403aaa" providerId="AD" clId="Web-{B3E9DB70-C7D6-E284-E8BD-E2CF845A0447}" dt="2026-05-26T00:45:17.113" v="967" actId="20577"/>
          <ac:spMkLst>
            <pc:docMk/>
            <pc:sldMk cId="84604167" sldId="259"/>
            <ac:spMk id="4" creationId="{28367D15-F956-46DE-7225-AD21E61DCBEF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40:26.227" v="845"/>
          <ac:spMkLst>
            <pc:docMk/>
            <pc:sldMk cId="84604167" sldId="259"/>
            <ac:spMk id="5" creationId="{1C1341E5-250E-2E58-BC4B-7EA93DEC9E34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40:15.336" v="841"/>
          <ac:spMkLst>
            <pc:docMk/>
            <pc:sldMk cId="84604167" sldId="259"/>
            <ac:spMk id="6" creationId="{CF58B52F-571C-AD51-8837-7DE171EBFB21}"/>
          </ac:spMkLst>
        </pc:spChg>
        <pc:spChg chg="del">
          <ac:chgData name="賀上 幸実" userId="S::kagami-yu@lakeel.com::61778170-e0f5-4762-addd-6865af403aaa" providerId="AD" clId="Web-{B3E9DB70-C7D6-E284-E8BD-E2CF845A0447}" dt="2026-05-26T00:40:21.368" v="842"/>
          <ac:spMkLst>
            <pc:docMk/>
            <pc:sldMk cId="84604167" sldId="259"/>
            <ac:spMk id="7" creationId="{42E895B1-8EE8-18B6-7A29-1ED09F8D9252}"/>
          </ac:spMkLst>
        </pc:spChg>
        <pc:spChg chg="del">
          <ac:chgData name="賀上 幸実" userId="S::kagami-yu@lakeel.com::61778170-e0f5-4762-addd-6865af403aaa" providerId="AD" clId="Web-{B3E9DB70-C7D6-E284-E8BD-E2CF845A0447}" dt="2026-05-26T00:49:18.949" v="1038"/>
          <ac:spMkLst>
            <pc:docMk/>
            <pc:sldMk cId="84604167" sldId="259"/>
            <ac:spMk id="8" creationId="{DB367221-A7F5-0FBA-48AE-0EE66AE3D449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40:38.759" v="863"/>
          <ac:spMkLst>
            <pc:docMk/>
            <pc:sldMk cId="84604167" sldId="259"/>
            <ac:spMk id="11" creationId="{82235C40-C419-1184-8950-306F360F5CBF}"/>
          </ac:spMkLst>
        </pc:spChg>
        <pc:spChg chg="del">
          <ac:chgData name="賀上 幸実" userId="S::kagami-yu@lakeel.com::61778170-e0f5-4762-addd-6865af403aaa" providerId="AD" clId="Web-{B3E9DB70-C7D6-E284-E8BD-E2CF845A0447}" dt="2026-05-26T00:49:18.949" v="1037"/>
          <ac:spMkLst>
            <pc:docMk/>
            <pc:sldMk cId="84604167" sldId="259"/>
            <ac:spMk id="13" creationId="{804C53EB-83A5-3467-C960-E4B292BFD466}"/>
          </ac:spMkLst>
        </pc:spChg>
        <pc:spChg chg="del">
          <ac:chgData name="賀上 幸実" userId="S::kagami-yu@lakeel.com::61778170-e0f5-4762-addd-6865af403aaa" providerId="AD" clId="Web-{B3E9DB70-C7D6-E284-E8BD-E2CF845A0447}" dt="2026-05-26T00:49:18.949" v="1036"/>
          <ac:spMkLst>
            <pc:docMk/>
            <pc:sldMk cId="84604167" sldId="259"/>
            <ac:spMk id="14" creationId="{CC52B9DC-A3DB-186F-F403-2171E4D9C7AA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49:18.949" v="1035"/>
          <ac:spMkLst>
            <pc:docMk/>
            <pc:sldMk cId="84604167" sldId="259"/>
            <ac:spMk id="15" creationId="{089BAD83-884D-8E43-B7B2-5E0DE04F06BF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40:38.852" v="871"/>
          <ac:spMkLst>
            <pc:docMk/>
            <pc:sldMk cId="84604167" sldId="259"/>
            <ac:spMk id="16" creationId="{6D691E77-EBD3-7EAE-F80D-5666AE519E1F}"/>
          </ac:spMkLst>
        </pc:spChg>
        <pc:spChg chg="del">
          <ac:chgData name="賀上 幸実" userId="S::kagami-yu@lakeel.com::61778170-e0f5-4762-addd-6865af403aaa" providerId="AD" clId="Web-{B3E9DB70-C7D6-E284-E8BD-E2CF845A0447}" dt="2026-05-26T00:49:18.949" v="1034"/>
          <ac:spMkLst>
            <pc:docMk/>
            <pc:sldMk cId="84604167" sldId="259"/>
            <ac:spMk id="17" creationId="{C03BD973-7419-4C1A-94F2-63C17B4C43A1}"/>
          </ac:spMkLst>
        </pc:spChg>
        <pc:spChg chg="del">
          <ac:chgData name="賀上 幸実" userId="S::kagami-yu@lakeel.com::61778170-e0f5-4762-addd-6865af403aaa" providerId="AD" clId="Web-{B3E9DB70-C7D6-E284-E8BD-E2CF845A0447}" dt="2026-05-26T00:49:18.949" v="1033"/>
          <ac:spMkLst>
            <pc:docMk/>
            <pc:sldMk cId="84604167" sldId="259"/>
            <ac:spMk id="18" creationId="{72A53986-6F06-2C2F-990B-A83700DD4763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40:32.337" v="848"/>
          <ac:spMkLst>
            <pc:docMk/>
            <pc:sldMk cId="84604167" sldId="259"/>
            <ac:spMk id="19" creationId="{0018D4C9-E987-76FB-0629-EFD47A62C450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40:38.899" v="879"/>
          <ac:spMkLst>
            <pc:docMk/>
            <pc:sldMk cId="84604167" sldId="259"/>
            <ac:spMk id="21" creationId="{86CCE753-8E03-F494-7897-38608D37402C}"/>
          </ac:spMkLst>
        </pc:spChg>
        <pc:spChg chg="add del mod ord">
          <ac:chgData name="賀上 幸実" userId="S::kagami-yu@lakeel.com::61778170-e0f5-4762-addd-6865af403aaa" providerId="AD" clId="Web-{B3E9DB70-C7D6-E284-E8BD-E2CF845A0447}" dt="2026-05-26T00:40:54.228" v="909" actId="20577"/>
          <ac:spMkLst>
            <pc:docMk/>
            <pc:sldMk cId="84604167" sldId="259"/>
            <ac:spMk id="23" creationId="{B20E986C-9633-841F-F166-C38934E75325}"/>
          </ac:spMkLst>
        </pc:spChg>
        <pc:spChg chg="add del mod ord">
          <ac:chgData name="賀上 幸実" userId="S::kagami-yu@lakeel.com::61778170-e0f5-4762-addd-6865af403aaa" providerId="AD" clId="Web-{B3E9DB70-C7D6-E284-E8BD-E2CF845A0447}" dt="2026-05-26T00:40:57.775" v="910"/>
          <ac:spMkLst>
            <pc:docMk/>
            <pc:sldMk cId="84604167" sldId="259"/>
            <ac:spMk id="25" creationId="{F5078C90-899B-D914-DE2D-1A54403200FA}"/>
          </ac:spMkLst>
        </pc:spChg>
        <pc:spChg chg="add del mod">
          <ac:chgData name="賀上 幸実" userId="S::kagami-yu@lakeel.com::61778170-e0f5-4762-addd-6865af403aaa" providerId="AD" clId="Web-{B3E9DB70-C7D6-E284-E8BD-E2CF845A0447}" dt="2026-05-26T00:45:39.989" v="989"/>
          <ac:spMkLst>
            <pc:docMk/>
            <pc:sldMk cId="84604167" sldId="259"/>
            <ac:spMk id="26" creationId="{6DA432BB-E220-2EC4-FC1B-7DBA2DFE31B3}"/>
          </ac:spMkLst>
        </pc:spChg>
        <pc:graphicFrameChg chg="del">
          <ac:chgData name="賀上 幸実" userId="S::kagami-yu@lakeel.com::61778170-e0f5-4762-addd-6865af403aaa" providerId="AD" clId="Web-{B3E9DB70-C7D6-E284-E8BD-E2CF845A0447}" dt="2026-05-26T00:49:25.512" v="1039"/>
          <ac:graphicFrameMkLst>
            <pc:docMk/>
            <pc:sldMk cId="84604167" sldId="259"/>
            <ac:graphicFrameMk id="29" creationId="{3515A69A-2E65-AC56-2FD2-E5DC6B3A8CE4}"/>
          </ac:graphicFrameMkLst>
        </pc:graphicFrameChg>
        <pc:picChg chg="del">
          <ac:chgData name="賀上 幸実" userId="S::kagami-yu@lakeel.com::61778170-e0f5-4762-addd-6865af403aaa" providerId="AD" clId="Web-{B3E9DB70-C7D6-E284-E8BD-E2CF845A0447}" dt="2026-05-26T00:49:18.934" v="1032"/>
          <ac:picMkLst>
            <pc:docMk/>
            <pc:sldMk cId="84604167" sldId="259"/>
            <ac:picMk id="10" creationId="{4B167D37-529A-5C6F-C5B4-ADB8F1ADB2DA}"/>
          </ac:picMkLst>
        </pc:picChg>
        <pc:picChg chg="add mod">
          <ac:chgData name="賀上 幸実" userId="S::kagami-yu@lakeel.com::61778170-e0f5-4762-addd-6865af403aaa" providerId="AD" clId="Web-{B3E9DB70-C7D6-E284-E8BD-E2CF845A0447}" dt="2026-05-26T00:55:14.381" v="1046" actId="1076"/>
          <ac:picMkLst>
            <pc:docMk/>
            <pc:sldMk cId="84604167" sldId="259"/>
            <ac:picMk id="27" creationId="{63F0E40B-0374-FB56-E410-DB96A0CAD04C}"/>
          </ac:picMkLst>
        </pc:picChg>
      </pc:sldChg>
      <pc:sldChg chg="addSp delSp modSp del">
        <pc:chgData name="賀上 幸実" userId="S::kagami-yu@lakeel.com::61778170-e0f5-4762-addd-6865af403aaa" providerId="AD" clId="Web-{B3E9DB70-C7D6-E284-E8BD-E2CF845A0447}" dt="2026-05-26T00:49:58.419" v="1043"/>
        <pc:sldMkLst>
          <pc:docMk/>
          <pc:sldMk cId="2696765910" sldId="260"/>
        </pc:sldMkLst>
        <pc:spChg chg="del">
          <ac:chgData name="賀上 幸実" userId="S::kagami-yu@lakeel.com::61778170-e0f5-4762-addd-6865af403aaa" providerId="AD" clId="Web-{B3E9DB70-C7D6-E284-E8BD-E2CF845A0447}" dt="2026-05-26T00:47:33.259" v="1003"/>
          <ac:spMkLst>
            <pc:docMk/>
            <pc:sldMk cId="2696765910" sldId="260"/>
            <ac:spMk id="4" creationId="{2C824652-79C1-C656-FB51-8F1DDA3B01F9}"/>
          </ac:spMkLst>
        </pc:spChg>
        <pc:spChg chg="del">
          <ac:chgData name="賀上 幸実" userId="S::kagami-yu@lakeel.com::61778170-e0f5-4762-addd-6865af403aaa" providerId="AD" clId="Web-{B3E9DB70-C7D6-E284-E8BD-E2CF845A0447}" dt="2026-05-26T00:47:36.962" v="1007"/>
          <ac:spMkLst>
            <pc:docMk/>
            <pc:sldMk cId="2696765910" sldId="260"/>
            <ac:spMk id="5" creationId="{8D9B7CDD-659C-F56F-5755-B6750B461578}"/>
          </ac:spMkLst>
        </pc:spChg>
        <pc:spChg chg="del">
          <ac:chgData name="賀上 幸実" userId="S::kagami-yu@lakeel.com::61778170-e0f5-4762-addd-6865af403aaa" providerId="AD" clId="Web-{B3E9DB70-C7D6-E284-E8BD-E2CF845A0447}" dt="2026-05-26T00:47:36.962" v="1006"/>
          <ac:spMkLst>
            <pc:docMk/>
            <pc:sldMk cId="2696765910" sldId="260"/>
            <ac:spMk id="6" creationId="{C6B88CEA-C364-FC38-DD62-6C0AEBBA8600}"/>
          </ac:spMkLst>
        </pc:spChg>
        <pc:spChg chg="del">
          <ac:chgData name="賀上 幸実" userId="S::kagami-yu@lakeel.com::61778170-e0f5-4762-addd-6865af403aaa" providerId="AD" clId="Web-{B3E9DB70-C7D6-E284-E8BD-E2CF845A0447}" dt="2026-05-26T00:47:36.962" v="1005"/>
          <ac:spMkLst>
            <pc:docMk/>
            <pc:sldMk cId="2696765910" sldId="260"/>
            <ac:spMk id="8" creationId="{9EF3DE7C-38FD-70DA-F326-F12A3106D1F2}"/>
          </ac:spMkLst>
        </pc:spChg>
        <pc:spChg chg="del">
          <ac:chgData name="賀上 幸実" userId="S::kagami-yu@lakeel.com::61778170-e0f5-4762-addd-6865af403aaa" providerId="AD" clId="Web-{B3E9DB70-C7D6-E284-E8BD-E2CF845A0447}" dt="2026-05-26T00:47:36.962" v="1004"/>
          <ac:spMkLst>
            <pc:docMk/>
            <pc:sldMk cId="2696765910" sldId="260"/>
            <ac:spMk id="10" creationId="{EB138F8E-2D89-1AFD-7FB8-A61490850F31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6"/>
          <ac:spMkLst>
            <pc:docMk/>
            <pc:sldMk cId="2696765910" sldId="260"/>
            <ac:spMk id="11" creationId="{838725CF-408A-EF85-1D67-67582EDC2E10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5"/>
          <ac:spMkLst>
            <pc:docMk/>
            <pc:sldMk cId="2696765910" sldId="260"/>
            <ac:spMk id="12" creationId="{2C88F18D-7EEB-2849-F91F-4486EEF83031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4"/>
          <ac:spMkLst>
            <pc:docMk/>
            <pc:sldMk cId="2696765910" sldId="260"/>
            <ac:spMk id="13" creationId="{5507CAB8-E086-816F-0F5D-4340F31D127C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3"/>
          <ac:spMkLst>
            <pc:docMk/>
            <pc:sldMk cId="2696765910" sldId="260"/>
            <ac:spMk id="14" creationId="{5B6183A7-1B5C-6140-D533-3956043265ED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2"/>
          <ac:spMkLst>
            <pc:docMk/>
            <pc:sldMk cId="2696765910" sldId="260"/>
            <ac:spMk id="15" creationId="{1D3D14C4-3451-CDC4-74EB-A13449D4D992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1"/>
          <ac:spMkLst>
            <pc:docMk/>
            <pc:sldMk cId="2696765910" sldId="260"/>
            <ac:spMk id="16" creationId="{65C7D2AF-C971-A3FA-8F8D-8601D4CBDF9A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10"/>
          <ac:spMkLst>
            <pc:docMk/>
            <pc:sldMk cId="2696765910" sldId="260"/>
            <ac:spMk id="17" creationId="{0D931C01-9D16-E7AB-C3FE-398B6C70C51D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09"/>
          <ac:spMkLst>
            <pc:docMk/>
            <pc:sldMk cId="2696765910" sldId="260"/>
            <ac:spMk id="18" creationId="{62EF8F9F-920B-F6FB-A692-9EAB3E880EC8}"/>
          </ac:spMkLst>
        </pc:spChg>
        <pc:spChg chg="del">
          <ac:chgData name="賀上 幸実" userId="S::kagami-yu@lakeel.com::61778170-e0f5-4762-addd-6865af403aaa" providerId="AD" clId="Web-{B3E9DB70-C7D6-E284-E8BD-E2CF845A0447}" dt="2026-05-26T00:47:46.603" v="1008"/>
          <ac:spMkLst>
            <pc:docMk/>
            <pc:sldMk cId="2696765910" sldId="260"/>
            <ac:spMk id="19" creationId="{9F702599-9896-D7D8-0C47-1C73D434C47E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53" v="1026"/>
          <ac:spMkLst>
            <pc:docMk/>
            <pc:sldMk cId="2696765910" sldId="260"/>
            <ac:spMk id="20" creationId="{838725CF-408A-EF85-1D67-67582EDC2E10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53" v="1025"/>
          <ac:spMkLst>
            <pc:docMk/>
            <pc:sldMk cId="2696765910" sldId="260"/>
            <ac:spMk id="21" creationId="{2C88F18D-7EEB-2849-F91F-4486EEF83031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53" v="1024"/>
          <ac:spMkLst>
            <pc:docMk/>
            <pc:sldMk cId="2696765910" sldId="260"/>
            <ac:spMk id="22" creationId="{5507CAB8-E086-816F-0F5D-4340F31D127C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53" v="1023"/>
          <ac:spMkLst>
            <pc:docMk/>
            <pc:sldMk cId="2696765910" sldId="260"/>
            <ac:spMk id="23" creationId="{5B6183A7-1B5C-6140-D533-3956043265ED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53" v="1022"/>
          <ac:spMkLst>
            <pc:docMk/>
            <pc:sldMk cId="2696765910" sldId="260"/>
            <ac:spMk id="24" creationId="{1D3D14C4-3451-CDC4-74EB-A13449D4D992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37" v="1021"/>
          <ac:spMkLst>
            <pc:docMk/>
            <pc:sldMk cId="2696765910" sldId="260"/>
            <ac:spMk id="25" creationId="{65C7D2AF-C971-A3FA-8F8D-8601D4CBDF9A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37" v="1020"/>
          <ac:spMkLst>
            <pc:docMk/>
            <pc:sldMk cId="2696765910" sldId="260"/>
            <ac:spMk id="26" creationId="{0D931C01-9D16-E7AB-C3FE-398B6C70C51D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37" v="1019"/>
          <ac:spMkLst>
            <pc:docMk/>
            <pc:sldMk cId="2696765910" sldId="260"/>
            <ac:spMk id="27" creationId="{62EF8F9F-920B-F6FB-A692-9EAB3E880EC8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7:49.837" v="1018"/>
          <ac:spMkLst>
            <pc:docMk/>
            <pc:sldMk cId="2696765910" sldId="260"/>
            <ac:spMk id="28" creationId="{9F702599-9896-D7D8-0C47-1C73D434C47E}"/>
          </ac:spMkLst>
        </pc:spChg>
        <pc:picChg chg="del">
          <ac:chgData name="賀上 幸実" userId="S::kagami-yu@lakeel.com::61778170-e0f5-4762-addd-6865af403aaa" providerId="AD" clId="Web-{B3E9DB70-C7D6-E284-E8BD-E2CF845A0447}" dt="2026-05-26T00:47:31.118" v="1002"/>
          <ac:picMkLst>
            <pc:docMk/>
            <pc:sldMk cId="2696765910" sldId="260"/>
            <ac:picMk id="2" creationId="{E75DDAFC-48A6-0DCD-8782-6B9664C332CB}"/>
          </ac:picMkLst>
        </pc:picChg>
        <pc:picChg chg="del">
          <ac:chgData name="賀上 幸実" userId="S::kagami-yu@lakeel.com::61778170-e0f5-4762-addd-6865af403aaa" providerId="AD" clId="Web-{B3E9DB70-C7D6-E284-E8BD-E2CF845A0447}" dt="2026-05-26T00:46:36.069" v="995"/>
          <ac:picMkLst>
            <pc:docMk/>
            <pc:sldMk cId="2696765910" sldId="260"/>
            <ac:picMk id="7" creationId="{63C2B733-7D7D-DF52-E5C7-6F2EA96B46FC}"/>
          </ac:picMkLst>
        </pc:picChg>
        <pc:picChg chg="del">
          <ac:chgData name="賀上 幸実" userId="S::kagami-yu@lakeel.com::61778170-e0f5-4762-addd-6865af403aaa" providerId="AD" clId="Web-{B3E9DB70-C7D6-E284-E8BD-E2CF845A0447}" dt="2026-05-26T00:46:29.678" v="994"/>
          <ac:picMkLst>
            <pc:docMk/>
            <pc:sldMk cId="2696765910" sldId="260"/>
            <ac:picMk id="9" creationId="{5072C6C0-8DB4-7427-9E02-4FD4E47D8ABE}"/>
          </ac:picMkLst>
        </pc:picChg>
        <pc:picChg chg="add mod">
          <ac:chgData name="賀上 幸実" userId="S::kagami-yu@lakeel.com::61778170-e0f5-4762-addd-6865af403aaa" providerId="AD" clId="Web-{B3E9DB70-C7D6-E284-E8BD-E2CF845A0447}" dt="2026-05-26T00:48:22.526" v="1030" actId="14100"/>
          <ac:picMkLst>
            <pc:docMk/>
            <pc:sldMk cId="2696765910" sldId="260"/>
            <ac:picMk id="29" creationId="{E19FFA73-F18E-4184-1844-E57C5A92721B}"/>
          </ac:picMkLst>
        </pc:picChg>
      </pc:sldChg>
      <pc:sldChg chg="addSp delSp modSp">
        <pc:chgData name="賀上 幸実" userId="S::kagami-yu@lakeel.com::61778170-e0f5-4762-addd-6865af403aaa" providerId="AD" clId="Web-{B3E9DB70-C7D6-E284-E8BD-E2CF845A0447}" dt="2026-05-26T01:10:08.222" v="1052" actId="20577"/>
        <pc:sldMkLst>
          <pc:docMk/>
          <pc:sldMk cId="1462838052" sldId="262"/>
        </pc:sldMkLst>
        <pc:spChg chg="mod">
          <ac:chgData name="賀上 幸実" userId="S::kagami-yu@lakeel.com::61778170-e0f5-4762-addd-6865af403aaa" providerId="AD" clId="Web-{B3E9DB70-C7D6-E284-E8BD-E2CF845A0447}" dt="2026-05-26T00:25:45.638" v="617" actId="1076"/>
          <ac:spMkLst>
            <pc:docMk/>
            <pc:sldMk cId="1462838052" sldId="262"/>
            <ac:spMk id="2" creationId="{D4A34756-C56A-66D6-0F68-B22CE90DA66B}"/>
          </ac:spMkLst>
        </pc:spChg>
        <pc:spChg chg="del">
          <ac:chgData name="賀上 幸実" userId="S::kagami-yu@lakeel.com::61778170-e0f5-4762-addd-6865af403aaa" providerId="AD" clId="Web-{B3E9DB70-C7D6-E284-E8BD-E2CF845A0447}" dt="2026-05-26T00:14:12.961" v="186"/>
          <ac:spMkLst>
            <pc:docMk/>
            <pc:sldMk cId="1462838052" sldId="262"/>
            <ac:spMk id="3" creationId="{A63C76F9-5782-75AB-D992-6BD67D2EDBED}"/>
          </ac:spMkLst>
        </pc:spChg>
        <pc:spChg chg="del">
          <ac:chgData name="賀上 幸実" userId="S::kagami-yu@lakeel.com::61778170-e0f5-4762-addd-6865af403aaa" providerId="AD" clId="Web-{B3E9DB70-C7D6-E284-E8BD-E2CF845A0447}" dt="2026-05-26T00:14:09.383" v="183"/>
          <ac:spMkLst>
            <pc:docMk/>
            <pc:sldMk cId="1462838052" sldId="262"/>
            <ac:spMk id="4" creationId="{DFEEB409-59EF-7BF6-6D6C-5FE4E6CB1AF0}"/>
          </ac:spMkLst>
        </pc:spChg>
        <pc:spChg chg="del">
          <ac:chgData name="賀上 幸実" userId="S::kagami-yu@lakeel.com::61778170-e0f5-4762-addd-6865af403aaa" providerId="AD" clId="Web-{B3E9DB70-C7D6-E284-E8BD-E2CF845A0447}" dt="2026-05-26T00:14:07.195" v="182"/>
          <ac:spMkLst>
            <pc:docMk/>
            <pc:sldMk cId="1462838052" sldId="262"/>
            <ac:spMk id="5" creationId="{71CEF741-5C18-62C8-2540-697F508465BC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4:05.008" v="181"/>
          <ac:spMkLst>
            <pc:docMk/>
            <pc:sldMk cId="1462838052" sldId="262"/>
            <ac:spMk id="6" creationId="{0545FC1A-C20C-860F-1D7D-97845B5CF260}"/>
          </ac:spMkLst>
        </pc:spChg>
        <pc:spChg chg="mod">
          <ac:chgData name="賀上 幸実" userId="S::kagami-yu@lakeel.com::61778170-e0f5-4762-addd-6865af403aaa" providerId="AD" clId="Web-{B3E9DB70-C7D6-E284-E8BD-E2CF845A0447}" dt="2026-05-26T00:25:56.810" v="635" actId="1076"/>
          <ac:spMkLst>
            <pc:docMk/>
            <pc:sldMk cId="1462838052" sldId="262"/>
            <ac:spMk id="7" creationId="{C21BD213-0E6D-0306-0F31-33811788BEA5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14:39.806" v="193"/>
          <ac:spMkLst>
            <pc:docMk/>
            <pc:sldMk cId="1462838052" sldId="262"/>
            <ac:spMk id="9" creationId="{E62EB92A-7BDD-8E83-DF58-8252025D5CC7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08" actId="1076"/>
          <ac:spMkLst>
            <pc:docMk/>
            <pc:sldMk cId="1462838052" sldId="262"/>
            <ac:spMk id="10" creationId="{F74269FB-A800-E4CA-E826-3CACDD615490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8:44.344" v="371"/>
          <ac:spMkLst>
            <pc:docMk/>
            <pc:sldMk cId="1462838052" sldId="262"/>
            <ac:spMk id="11" creationId="{1E1DBF64-575B-0338-7093-050156B1CC2D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09" actId="1076"/>
          <ac:spMkLst>
            <pc:docMk/>
            <pc:sldMk cId="1462838052" sldId="262"/>
            <ac:spMk id="12" creationId="{185C77EE-4D12-CD54-1008-C87604491209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0" actId="1076"/>
          <ac:spMkLst>
            <pc:docMk/>
            <pc:sldMk cId="1462838052" sldId="262"/>
            <ac:spMk id="13" creationId="{D4471D2E-D762-5C71-3B1C-BB57AC8C42DD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6:33.965" v="345"/>
          <ac:spMkLst>
            <pc:docMk/>
            <pc:sldMk cId="1462838052" sldId="262"/>
            <ac:spMk id="14" creationId="{F4A24211-D9DA-2D11-BB25-AC488D8D20AB}"/>
          </ac:spMkLst>
        </pc:spChg>
        <pc:spChg chg="del">
          <ac:chgData name="賀上 幸実" userId="S::kagami-yu@lakeel.com::61778170-e0f5-4762-addd-6865af403aaa" providerId="AD" clId="Web-{B3E9DB70-C7D6-E284-E8BD-E2CF845A0447}" dt="2026-05-26T00:14:12.961" v="185"/>
          <ac:spMkLst>
            <pc:docMk/>
            <pc:sldMk cId="1462838052" sldId="262"/>
            <ac:spMk id="16" creationId="{2A15936F-FCB3-C130-9B8E-436D907CB619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14:40.337" v="220"/>
          <ac:spMkLst>
            <pc:docMk/>
            <pc:sldMk cId="1462838052" sldId="262"/>
            <ac:spMk id="17" creationId="{21C9B7B9-2C5A-30A0-A04E-24E5D83330DC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14:40.415" v="247"/>
          <ac:spMkLst>
            <pc:docMk/>
            <pc:sldMk cId="1462838052" sldId="262"/>
            <ac:spMk id="19" creationId="{8E875AAF-2685-3B67-D90A-3CBA3A8CDD8D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2" actId="1076"/>
          <ac:spMkLst>
            <pc:docMk/>
            <pc:sldMk cId="1462838052" sldId="262"/>
            <ac:spMk id="21" creationId="{63738B0B-3442-48B1-99B2-AB2834218EEC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38:52.350" v="784"/>
          <ac:spMkLst>
            <pc:docMk/>
            <pc:sldMk cId="1462838052" sldId="262"/>
            <ac:spMk id="22" creationId="{019920EF-FF77-F816-FEB8-6244EFD7B14D}"/>
          </ac:spMkLst>
        </pc:spChg>
        <pc:spChg chg="del">
          <ac:chgData name="賀上 幸実" userId="S::kagami-yu@lakeel.com::61778170-e0f5-4762-addd-6865af403aaa" providerId="AD" clId="Web-{B3E9DB70-C7D6-E284-E8BD-E2CF845A0447}" dt="2026-05-26T00:14:12.961" v="184"/>
          <ac:spMkLst>
            <pc:docMk/>
            <pc:sldMk cId="1462838052" sldId="262"/>
            <ac:spMk id="23" creationId="{2AAD81DC-1806-6344-C154-6F2978CB8F44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3" actId="1076"/>
          <ac:spMkLst>
            <pc:docMk/>
            <pc:sldMk cId="1462838052" sldId="262"/>
            <ac:spMk id="24" creationId="{84BA406D-9657-D533-5EDD-0C04B040C836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4" actId="1076"/>
          <ac:spMkLst>
            <pc:docMk/>
            <pc:sldMk cId="1462838052" sldId="262"/>
            <ac:spMk id="26" creationId="{0AA0E562-2A16-05CC-28F9-E556D8709F3B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5" actId="1076"/>
          <ac:spMkLst>
            <pc:docMk/>
            <pc:sldMk cId="1462838052" sldId="262"/>
            <ac:spMk id="27" creationId="{8825AA54-7AE8-9E6B-D0D6-1915D595FCC0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6" actId="1076"/>
          <ac:spMkLst>
            <pc:docMk/>
            <pc:sldMk cId="1462838052" sldId="262"/>
            <ac:spMk id="28" creationId="{8224CD72-25C7-3C0E-A1AD-8BEB0EA4194D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6:43.965" v="348"/>
          <ac:spMkLst>
            <pc:docMk/>
            <pc:sldMk cId="1462838052" sldId="262"/>
            <ac:spMk id="29" creationId="{913BD1BF-9398-C33F-1D26-EC94429C7292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6:52.278" v="351"/>
          <ac:spMkLst>
            <pc:docMk/>
            <pc:sldMk cId="1462838052" sldId="262"/>
            <ac:spMk id="30" creationId="{9FA95AC5-91AE-CEB1-F345-D6D9676CDD2F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7:03.575" v="355"/>
          <ac:spMkLst>
            <pc:docMk/>
            <pc:sldMk cId="1462838052" sldId="262"/>
            <ac:spMk id="31" creationId="{55DCF48C-9BCD-96BB-BCD5-E3FAB4611B4F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17:02.497" v="354"/>
          <ac:spMkLst>
            <pc:docMk/>
            <pc:sldMk cId="1462838052" sldId="262"/>
            <ac:spMk id="32" creationId="{988B570F-F5C9-DD99-35E8-D8506D2BD319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38:52.350" v="783"/>
          <ac:spMkLst>
            <pc:docMk/>
            <pc:sldMk cId="1462838052" sldId="262"/>
            <ac:spMk id="33" creationId="{EA829896-3302-31A8-5D8A-05DE26E56C05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38:52.350" v="782"/>
          <ac:spMkLst>
            <pc:docMk/>
            <pc:sldMk cId="1462838052" sldId="262"/>
            <ac:spMk id="35" creationId="{77BBAF0D-831E-13B5-2743-630CABC20654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29" actId="1076"/>
          <ac:spMkLst>
            <pc:docMk/>
            <pc:sldMk cId="1462838052" sldId="262"/>
            <ac:spMk id="36" creationId="{0C081E6D-EAD3-53EC-62F3-779D82A2489C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30" actId="1076"/>
          <ac:spMkLst>
            <pc:docMk/>
            <pc:sldMk cId="1462838052" sldId="262"/>
            <ac:spMk id="37" creationId="{EF8921B5-266C-C843-F631-7B71FB68F859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31" actId="1076"/>
          <ac:spMkLst>
            <pc:docMk/>
            <pc:sldMk cId="1462838052" sldId="262"/>
            <ac:spMk id="38" creationId="{7BFE084F-9D82-132E-0F8D-C50934DD4292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32" actId="1076"/>
          <ac:spMkLst>
            <pc:docMk/>
            <pc:sldMk cId="1462838052" sldId="262"/>
            <ac:spMk id="39" creationId="{43FDD00F-BE77-EF4D-D271-4F6418BF0196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33" actId="1076"/>
          <ac:spMkLst>
            <pc:docMk/>
            <pc:sldMk cId="1462838052" sldId="262"/>
            <ac:spMk id="40" creationId="{5B8DF883-4921-134C-DCCC-702A4D439E43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25:45.654" v="634" actId="1076"/>
          <ac:spMkLst>
            <pc:docMk/>
            <pc:sldMk cId="1462838052" sldId="262"/>
            <ac:spMk id="41" creationId="{3D28B35B-38CD-897E-CE55-666F55F4F233}"/>
          </ac:spMkLst>
        </pc:spChg>
        <pc:spChg chg="add">
          <ac:chgData name="賀上 幸実" userId="S::kagami-yu@lakeel.com::61778170-e0f5-4762-addd-6865af403aaa" providerId="AD" clId="Web-{B3E9DB70-C7D6-E284-E8BD-E2CF845A0447}" dt="2026-05-26T00:38:53.271" v="785"/>
          <ac:spMkLst>
            <pc:docMk/>
            <pc:sldMk cId="1462838052" sldId="262"/>
            <ac:spMk id="43" creationId="{2ECFA08F-48E4-F019-B0F5-B8837FCA9B6B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41:40.964" v="928" actId="20577"/>
          <ac:spMkLst>
            <pc:docMk/>
            <pc:sldMk cId="1462838052" sldId="262"/>
            <ac:spMk id="45" creationId="{E8ADA301-D30A-0832-DC87-D0F312CF5B93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41:40.183" v="926" actId="20577"/>
          <ac:spMkLst>
            <pc:docMk/>
            <pc:sldMk cId="1462838052" sldId="262"/>
            <ac:spMk id="47" creationId="{14523FAE-F3E4-0EB6-675A-A15D16793C0E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8" actId="1076"/>
          <ac:spMkLst>
            <pc:docMk/>
            <pc:sldMk cId="1462838052" sldId="262"/>
            <ac:spMk id="48" creationId="{60281895-CD7F-8266-4066-73597A973E6D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19" actId="1076"/>
          <ac:spMkLst>
            <pc:docMk/>
            <pc:sldMk cId="1462838052" sldId="262"/>
            <ac:spMk id="50" creationId="{1D59A28E-DF66-3814-A5F0-E2B166DA748D}"/>
          </ac:spMkLst>
        </pc:spChg>
        <pc:spChg chg="mod">
          <ac:chgData name="賀上 幸実" userId="S::kagami-yu@lakeel.com::61778170-e0f5-4762-addd-6865af403aaa" providerId="AD" clId="Web-{B3E9DB70-C7D6-E284-E8BD-E2CF845A0447}" dt="2026-05-26T01:10:08.222" v="1052" actId="20577"/>
          <ac:spMkLst>
            <pc:docMk/>
            <pc:sldMk cId="1462838052" sldId="262"/>
            <ac:spMk id="52" creationId="{41F00EAB-DFC0-4020-5AF9-9942A4067F50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1" actId="1076"/>
          <ac:spMkLst>
            <pc:docMk/>
            <pc:sldMk cId="1462838052" sldId="262"/>
            <ac:spMk id="54" creationId="{A7D89057-B656-B859-81E7-EE927A73AB9F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2" actId="1076"/>
          <ac:spMkLst>
            <pc:docMk/>
            <pc:sldMk cId="1462838052" sldId="262"/>
            <ac:spMk id="56" creationId="{3DB059C2-30F7-D38E-462E-89E1969CC5BF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3" actId="1076"/>
          <ac:spMkLst>
            <pc:docMk/>
            <pc:sldMk cId="1462838052" sldId="262"/>
            <ac:spMk id="58" creationId="{C3D457FB-A15C-56C7-0CBE-76BBB8729AEE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4" actId="1076"/>
          <ac:spMkLst>
            <pc:docMk/>
            <pc:sldMk cId="1462838052" sldId="262"/>
            <ac:spMk id="60" creationId="{053A2DAA-A275-143F-5AA7-1D0B00B09BC3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5" actId="1076"/>
          <ac:spMkLst>
            <pc:docMk/>
            <pc:sldMk cId="1462838052" sldId="262"/>
            <ac:spMk id="62" creationId="{C8A04BFB-CFD9-ACD0-9C6E-EC14268E22F2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6" actId="1076"/>
          <ac:spMkLst>
            <pc:docMk/>
            <pc:sldMk cId="1462838052" sldId="262"/>
            <ac:spMk id="64" creationId="{1E18EE44-C0E3-B360-387B-1BA88E34681F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7" actId="1076"/>
          <ac:spMkLst>
            <pc:docMk/>
            <pc:sldMk cId="1462838052" sldId="262"/>
            <ac:spMk id="66" creationId="{9E671D5B-2322-E6A6-53B3-9D8FE16CF749}"/>
          </ac:spMkLst>
        </pc:spChg>
        <pc:spChg chg="mod">
          <ac:chgData name="賀上 幸実" userId="S::kagami-yu@lakeel.com::61778170-e0f5-4762-addd-6865af403aaa" providerId="AD" clId="Web-{B3E9DB70-C7D6-E284-E8BD-E2CF845A0447}" dt="2026-05-26T00:25:45.638" v="628" actId="1076"/>
          <ac:spMkLst>
            <pc:docMk/>
            <pc:sldMk cId="1462838052" sldId="262"/>
            <ac:spMk id="68" creationId="{4CA1C2EC-737C-72E5-D1DE-58749B5A5AFE}"/>
          </ac:spMkLst>
        </pc:spChg>
      </pc:sldChg>
      <pc:sldChg chg="addSp delSp modSp">
        <pc:chgData name="賀上 幸実" userId="S::kagami-yu@lakeel.com::61778170-e0f5-4762-addd-6865af403aaa" providerId="AD" clId="Web-{B3E9DB70-C7D6-E284-E8BD-E2CF845A0447}" dt="2026-05-26T07:22:58.290" v="1054"/>
        <pc:sldMkLst>
          <pc:docMk/>
          <pc:sldMk cId="1072741639" sldId="265"/>
        </pc:sldMkLst>
        <pc:spChg chg="del mod ord">
          <ac:chgData name="賀上 幸実" userId="S::kagami-yu@lakeel.com::61778170-e0f5-4762-addd-6865af403aaa" providerId="AD" clId="Web-{B3E9DB70-C7D6-E284-E8BD-E2CF845A0447}" dt="2026-05-26T00:37:23.113" v="770"/>
          <ac:spMkLst>
            <pc:docMk/>
            <pc:sldMk cId="1072741639" sldId="265"/>
            <ac:spMk id="2" creationId="{C26A6048-A114-BEF9-891B-C3096465214B}"/>
          </ac:spMkLst>
        </pc:spChg>
        <pc:spChg chg="del mod ord">
          <ac:chgData name="賀上 幸実" userId="S::kagami-yu@lakeel.com::61778170-e0f5-4762-addd-6865af403aaa" providerId="AD" clId="Web-{B3E9DB70-C7D6-E284-E8BD-E2CF845A0447}" dt="2026-05-26T00:13:09.600" v="170"/>
          <ac:spMkLst>
            <pc:docMk/>
            <pc:sldMk cId="1072741639" sldId="265"/>
            <ac:spMk id="3" creationId="{FAB13C18-D417-F8BF-6596-344142E67CAA}"/>
          </ac:spMkLst>
        </pc:spChg>
        <pc:spChg chg="del">
          <ac:chgData name="賀上 幸実" userId="S::kagami-yu@lakeel.com::61778170-e0f5-4762-addd-6865af403aaa" providerId="AD" clId="Web-{B3E9DB70-C7D6-E284-E8BD-E2CF845A0447}" dt="2026-05-26T00:00:25.856" v="136"/>
          <ac:spMkLst>
            <pc:docMk/>
            <pc:sldMk cId="1072741639" sldId="265"/>
            <ac:spMk id="4" creationId="{1E4D86B3-6435-373D-6440-5857D9D88E19}"/>
          </ac:spMkLst>
        </pc:spChg>
        <pc:spChg chg="del mod ord">
          <ac:chgData name="賀上 幸実" userId="S::kagami-yu@lakeel.com::61778170-e0f5-4762-addd-6865af403aaa" providerId="AD" clId="Web-{B3E9DB70-C7D6-E284-E8BD-E2CF845A0447}" dt="2026-05-26T00:37:24.488" v="771"/>
          <ac:spMkLst>
            <pc:docMk/>
            <pc:sldMk cId="1072741639" sldId="265"/>
            <ac:spMk id="7" creationId="{57864728-E666-B65F-CEA0-6197FC4F8360}"/>
          </ac:spMkLst>
        </pc:spChg>
        <pc:spChg chg="mod">
          <ac:chgData name="賀上 幸実" userId="S::kagami-yu@lakeel.com::61778170-e0f5-4762-addd-6865af403aaa" providerId="AD" clId="Web-{B3E9DB70-C7D6-E284-E8BD-E2CF845A0447}" dt="2026-05-26T00:12:11.989" v="154" actId="1076"/>
          <ac:spMkLst>
            <pc:docMk/>
            <pc:sldMk cId="1072741639" sldId="265"/>
            <ac:spMk id="8" creationId="{61CEDB9E-8845-A9AA-585F-96C0FFD925BA}"/>
          </ac:spMkLst>
        </pc:spChg>
        <pc:spChg chg="mod">
          <ac:chgData name="賀上 幸実" userId="S::kagami-yu@lakeel.com::61778170-e0f5-4762-addd-6865af403aaa" providerId="AD" clId="Web-{B3E9DB70-C7D6-E284-E8BD-E2CF845A0447}" dt="2026-05-26T00:11:17.034" v="147" actId="1076"/>
          <ac:spMkLst>
            <pc:docMk/>
            <pc:sldMk cId="1072741639" sldId="265"/>
            <ac:spMk id="10" creationId="{99A04C66-ED8A-3CE8-CB7E-34719F9487C5}"/>
          </ac:spMkLst>
        </pc:spChg>
        <pc:spChg chg="mod">
          <ac:chgData name="賀上 幸実" userId="S::kagami-yu@lakeel.com::61778170-e0f5-4762-addd-6865af403aaa" providerId="AD" clId="Web-{B3E9DB70-C7D6-E284-E8BD-E2CF845A0447}" dt="2026-05-26T00:11:44.316" v="151" actId="1076"/>
          <ac:spMkLst>
            <pc:docMk/>
            <pc:sldMk cId="1072741639" sldId="265"/>
            <ac:spMk id="11" creationId="{067031A9-85E8-FB72-C848-BE68B2D79628}"/>
          </ac:spMkLst>
        </pc:spChg>
        <pc:spChg chg="add">
          <ac:chgData name="賀上 幸実" userId="S::kagami-yu@lakeel.com::61778170-e0f5-4762-addd-6865af403aaa" providerId="AD" clId="Web-{B3E9DB70-C7D6-E284-E8BD-E2CF845A0447}" dt="2026-05-25T23:59:45.730" v="133"/>
          <ac:spMkLst>
            <pc:docMk/>
            <pc:sldMk cId="1072741639" sldId="265"/>
            <ac:spMk id="12" creationId="{9BC4F900-A442-5A22-573A-EFD2C1695C08}"/>
          </ac:spMkLst>
        </pc:spChg>
        <pc:spChg chg="add">
          <ac:chgData name="賀上 幸実" userId="S::kagami-yu@lakeel.com::61778170-e0f5-4762-addd-6865af403aaa" providerId="AD" clId="Web-{B3E9DB70-C7D6-E284-E8BD-E2CF845A0447}" dt="2026-05-25T23:59:59.418" v="135"/>
          <ac:spMkLst>
            <pc:docMk/>
            <pc:sldMk cId="1072741639" sldId="265"/>
            <ac:spMk id="14" creationId="{36CB0EDD-1A98-91E0-7D95-058B0CC90AE9}"/>
          </ac:spMkLst>
        </pc:spChg>
        <pc:spChg chg="add mod ord">
          <ac:chgData name="賀上 幸実" userId="S::kagami-yu@lakeel.com::61778170-e0f5-4762-addd-6865af403aaa" providerId="AD" clId="Web-{B3E9DB70-C7D6-E284-E8BD-E2CF845A0447}" dt="2026-05-26T00:12:38.646" v="162" actId="1076"/>
          <ac:spMkLst>
            <pc:docMk/>
            <pc:sldMk cId="1072741639" sldId="265"/>
            <ac:spMk id="19" creationId="{207979A3-1803-6FCB-F02C-350923927644}"/>
          </ac:spMkLst>
        </pc:spChg>
        <pc:spChg chg="add del mod">
          <ac:chgData name="賀上 幸実" userId="S::kagami-yu@lakeel.com::61778170-e0f5-4762-addd-6865af403aaa" providerId="AD" clId="Web-{B3E9DB70-C7D6-E284-E8BD-E2CF845A0447}" dt="2026-05-26T00:13:27.178" v="177"/>
          <ac:spMkLst>
            <pc:docMk/>
            <pc:sldMk cId="1072741639" sldId="265"/>
            <ac:spMk id="20" creationId="{DB74ECFB-7DA5-C219-7A8E-7F89254EACB0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13:30.413" v="179"/>
          <ac:spMkLst>
            <pc:docMk/>
            <pc:sldMk cId="1072741639" sldId="265"/>
            <ac:spMk id="21" creationId="{FAB13C18-D417-F8BF-6596-344142E67CAA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36:48.159" v="753"/>
          <ac:spMkLst>
            <pc:docMk/>
            <pc:sldMk cId="1072741639" sldId="265"/>
            <ac:spMk id="23" creationId="{725023E0-7BD8-16C9-BE10-B701B0AB63B2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38:36.521" v="779"/>
          <ac:spMkLst>
            <pc:docMk/>
            <pc:sldMk cId="1072741639" sldId="265"/>
            <ac:spMk id="25" creationId="{C6A3F549-F44F-3CD4-288D-A58DD9C3C6EB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44:32.065" v="953" actId="20577"/>
          <ac:spMkLst>
            <pc:docMk/>
            <pc:sldMk cId="1072741639" sldId="265"/>
            <ac:spMk id="26" creationId="{C4C395AC-35EA-C0E0-B570-D0BCCA68F09F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41:46.011" v="931" actId="20577"/>
          <ac:spMkLst>
            <pc:docMk/>
            <pc:sldMk cId="1072741639" sldId="265"/>
            <ac:spMk id="27" creationId="{A1DD8C62-B310-EE9F-FE75-D18B69278CD7}"/>
          </ac:spMkLst>
        </pc:spChg>
        <pc:graphicFrameChg chg="mod modGraphic">
          <ac:chgData name="賀上 幸実" userId="S::kagami-yu@lakeel.com::61778170-e0f5-4762-addd-6865af403aaa" providerId="AD" clId="Web-{B3E9DB70-C7D6-E284-E8BD-E2CF845A0447}" dt="2026-05-26T07:22:58.290" v="1054"/>
          <ac:graphicFrameMkLst>
            <pc:docMk/>
            <pc:sldMk cId="1072741639" sldId="265"/>
            <ac:graphicFrameMk id="16" creationId="{CE46D02D-4ACB-3392-94ED-416C7B324488}"/>
          </ac:graphicFrameMkLst>
        </pc:graphicFrameChg>
      </pc:sldChg>
      <pc:sldChg chg="addSp delSp modSp">
        <pc:chgData name="賀上 幸実" userId="S::kagami-yu@lakeel.com::61778170-e0f5-4762-addd-6865af403aaa" providerId="AD" clId="Web-{B3E9DB70-C7D6-E284-E8BD-E2CF845A0447}" dt="2026-05-26T00:41:07.603" v="914" actId="20577"/>
        <pc:sldMkLst>
          <pc:docMk/>
          <pc:sldMk cId="2598967568" sldId="267"/>
        </pc:sldMkLst>
        <pc:spChg chg="del">
          <ac:chgData name="賀上 幸実" userId="S::kagami-yu@lakeel.com::61778170-e0f5-4762-addd-6865af403aaa" providerId="AD" clId="Web-{B3E9DB70-C7D6-E284-E8BD-E2CF845A0447}" dt="2026-05-26T00:39:18.553" v="790"/>
          <ac:spMkLst>
            <pc:docMk/>
            <pc:sldMk cId="2598967568" sldId="267"/>
            <ac:spMk id="3" creationId="{C585E173-C688-E739-ECD6-395A5F033737}"/>
          </ac:spMkLst>
        </pc:spChg>
        <pc:spChg chg="del">
          <ac:chgData name="賀上 幸実" userId="S::kagami-yu@lakeel.com::61778170-e0f5-4762-addd-6865af403aaa" providerId="AD" clId="Web-{B3E9DB70-C7D6-E284-E8BD-E2CF845A0447}" dt="2026-05-26T00:39:18.553" v="792"/>
          <ac:spMkLst>
            <pc:docMk/>
            <pc:sldMk cId="2598967568" sldId="267"/>
            <ac:spMk id="4" creationId="{36672B2E-91C7-FD96-403B-E31EA9A64B7F}"/>
          </ac:spMkLst>
        </pc:spChg>
        <pc:spChg chg="del">
          <ac:chgData name="賀上 幸実" userId="S::kagami-yu@lakeel.com::61778170-e0f5-4762-addd-6865af403aaa" providerId="AD" clId="Web-{B3E9DB70-C7D6-E284-E8BD-E2CF845A0447}" dt="2026-05-26T00:39:21.178" v="793"/>
          <ac:spMkLst>
            <pc:docMk/>
            <pc:sldMk cId="2598967568" sldId="267"/>
            <ac:spMk id="5" creationId="{6A33A658-2C01-0FFB-55E7-05E7BFFF6A20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39:18.553" v="791"/>
          <ac:spMkLst>
            <pc:docMk/>
            <pc:sldMk cId="2598967568" sldId="267"/>
            <ac:spMk id="6" creationId="{221B5A43-9BA7-A1D5-DB47-D664EDDB091D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9:28.257" v="800"/>
          <ac:spMkLst>
            <pc:docMk/>
            <pc:sldMk cId="2598967568" sldId="267"/>
            <ac:spMk id="12" creationId="{BCD4D46E-091B-5E47-DE87-C224788AA11F}"/>
          </ac:spMkLst>
        </pc:spChg>
        <pc:spChg chg="del">
          <ac:chgData name="賀上 幸実" userId="S::kagami-yu@lakeel.com::61778170-e0f5-4762-addd-6865af403aaa" providerId="AD" clId="Web-{B3E9DB70-C7D6-E284-E8BD-E2CF845A0447}" dt="2026-05-26T00:39:18.553" v="789"/>
          <ac:spMkLst>
            <pc:docMk/>
            <pc:sldMk cId="2598967568" sldId="267"/>
            <ac:spMk id="16" creationId="{E8882214-D176-75B8-8AA3-4F7CB9641896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9:28.413" v="808"/>
          <ac:spMkLst>
            <pc:docMk/>
            <pc:sldMk cId="2598967568" sldId="267"/>
            <ac:spMk id="18" creationId="{222CFAEC-3100-EA09-F9ED-C59BD5E82DF4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9:28.476" v="816"/>
          <ac:spMkLst>
            <pc:docMk/>
            <pc:sldMk cId="2598967568" sldId="267"/>
            <ac:spMk id="20" creationId="{E7D95699-6E03-624C-6F86-2E951876F178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9:28.507" v="824"/>
          <ac:spMkLst>
            <pc:docMk/>
            <pc:sldMk cId="2598967568" sldId="267"/>
            <ac:spMk id="22" creationId="{8163FF2D-23C3-DF0C-0BCE-EFC2326741C6}"/>
          </ac:spMkLst>
        </pc:spChg>
        <pc:spChg chg="del">
          <ac:chgData name="賀上 幸実" userId="S::kagami-yu@lakeel.com::61778170-e0f5-4762-addd-6865af403aaa" providerId="AD" clId="Web-{B3E9DB70-C7D6-E284-E8BD-E2CF845A0447}" dt="2026-05-26T00:39:18.553" v="788"/>
          <ac:spMkLst>
            <pc:docMk/>
            <pc:sldMk cId="2598967568" sldId="267"/>
            <ac:spMk id="23" creationId="{64A42B15-53B2-AA36-5A1A-455D0B83EAAF}"/>
          </ac:spMkLst>
        </pc:spChg>
        <pc:spChg chg="add mod ord">
          <ac:chgData name="賀上 幸実" userId="S::kagami-yu@lakeel.com::61778170-e0f5-4762-addd-6865af403aaa" providerId="AD" clId="Web-{B3E9DB70-C7D6-E284-E8BD-E2CF845A0447}" dt="2026-05-26T00:41:04.353" v="912" actId="20577"/>
          <ac:spMkLst>
            <pc:docMk/>
            <pc:sldMk cId="2598967568" sldId="267"/>
            <ac:spMk id="25" creationId="{75EE3EF8-F6BE-EA90-4EA7-8BAFAB827853}"/>
          </ac:spMkLst>
        </pc:spChg>
        <pc:spChg chg="add mod ord">
          <ac:chgData name="賀上 幸実" userId="S::kagami-yu@lakeel.com::61778170-e0f5-4762-addd-6865af403aaa" providerId="AD" clId="Web-{B3E9DB70-C7D6-E284-E8BD-E2CF845A0447}" dt="2026-05-26T00:41:07.603" v="914" actId="20577"/>
          <ac:spMkLst>
            <pc:docMk/>
            <pc:sldMk cId="2598967568" sldId="267"/>
            <ac:spMk id="27" creationId="{88862EED-5A83-DD1C-E914-2625B6D142EA}"/>
          </ac:spMkLst>
        </pc:spChg>
      </pc:sldChg>
      <pc:sldChg chg="addSp delSp modSp">
        <pc:chgData name="賀上 幸実" userId="S::kagami-yu@lakeel.com::61778170-e0f5-4762-addd-6865af403aaa" providerId="AD" clId="Web-{B3E9DB70-C7D6-E284-E8BD-E2CF845A0447}" dt="2026-05-26T00:36:29.127" v="751"/>
        <pc:sldMkLst>
          <pc:docMk/>
          <pc:sldMk cId="2684820852" sldId="269"/>
        </pc:sldMkLst>
        <pc:spChg chg="add del mod">
          <ac:chgData name="賀上 幸実" userId="S::kagami-yu@lakeel.com::61778170-e0f5-4762-addd-6865af403aaa" providerId="AD" clId="Web-{B3E9DB70-C7D6-E284-E8BD-E2CF845A0447}" dt="2026-05-26T00:36:13.236" v="748"/>
          <ac:spMkLst>
            <pc:docMk/>
            <pc:sldMk cId="2684820852" sldId="269"/>
            <ac:spMk id="3" creationId="{0D71B71B-851E-1F93-A6FB-0DFC058A46E8}"/>
          </ac:spMkLst>
        </pc:spChg>
        <pc:spChg chg="add del mod">
          <ac:chgData name="賀上 幸実" userId="S::kagami-yu@lakeel.com::61778170-e0f5-4762-addd-6865af403aaa" providerId="AD" clId="Web-{B3E9DB70-C7D6-E284-E8BD-E2CF845A0447}" dt="2026-05-25T08:59:15.378" v="126" actId="14100"/>
          <ac:spMkLst>
            <pc:docMk/>
            <pc:sldMk cId="2684820852" sldId="269"/>
            <ac:spMk id="4" creationId="{8E0D27B8-3ECB-7ACA-E3B2-4822138ADBEE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36:29.127" v="751"/>
          <ac:spMkLst>
            <pc:docMk/>
            <pc:sldMk cId="2684820852" sldId="269"/>
            <ac:spMk id="6" creationId="{D9409BB9-7801-636C-D08A-8BE2DF6144EC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10:32.391" v="140"/>
          <ac:spMkLst>
            <pc:docMk/>
            <pc:sldMk cId="2684820852" sldId="269"/>
            <ac:spMk id="10" creationId="{9660CD21-49DC-33CB-921B-F82C394F11EA}"/>
          </ac:spMkLst>
        </pc:spChg>
        <pc:spChg chg="add">
          <ac:chgData name="賀上 幸実" userId="S::kagami-yu@lakeel.com::61778170-e0f5-4762-addd-6865af403aaa" providerId="AD" clId="Web-{B3E9DB70-C7D6-E284-E8BD-E2CF845A0447}" dt="2026-05-25T08:58:54.846" v="117"/>
          <ac:spMkLst>
            <pc:docMk/>
            <pc:sldMk cId="2684820852" sldId="269"/>
            <ac:spMk id="18" creationId="{9D553086-A359-182D-AA06-589BD8009457}"/>
          </ac:spMkLst>
        </pc:spChg>
      </pc:sldChg>
      <pc:sldChg chg="addSp delSp modSp">
        <pc:chgData name="賀上 幸実" userId="S::kagami-yu@lakeel.com::61778170-e0f5-4762-addd-6865af403aaa" providerId="AD" clId="Web-{B3E9DB70-C7D6-E284-E8BD-E2CF845A0447}" dt="2026-05-26T00:44:54.394" v="963"/>
        <pc:sldMkLst>
          <pc:docMk/>
          <pc:sldMk cId="3229878018" sldId="270"/>
        </pc:sldMkLst>
        <pc:spChg chg="del">
          <ac:chgData name="賀上 幸実" userId="S::kagami-yu@lakeel.com::61778170-e0f5-4762-addd-6865af403aaa" providerId="AD" clId="Web-{B3E9DB70-C7D6-E284-E8BD-E2CF845A0447}" dt="2026-05-26T00:32:24.355" v="729"/>
          <ac:spMkLst>
            <pc:docMk/>
            <pc:sldMk cId="3229878018" sldId="270"/>
            <ac:spMk id="3" creationId="{0B0BD2C4-F1B1-EAD3-67D1-1A7EDCFE15F5}"/>
          </ac:spMkLst>
        </pc:spChg>
        <pc:spChg chg="del">
          <ac:chgData name="賀上 幸実" userId="S::kagami-yu@lakeel.com::61778170-e0f5-4762-addd-6865af403aaa" providerId="AD" clId="Web-{B3E9DB70-C7D6-E284-E8BD-E2CF845A0447}" dt="2026-05-26T00:32:24.355" v="731"/>
          <ac:spMkLst>
            <pc:docMk/>
            <pc:sldMk cId="3229878018" sldId="270"/>
            <ac:spMk id="4" creationId="{FA55405D-A532-F89F-CF26-ED2CBB504B6E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32:34.167" v="735"/>
          <ac:spMkLst>
            <pc:docMk/>
            <pc:sldMk cId="3229878018" sldId="270"/>
            <ac:spMk id="5" creationId="{CAFC9710-53E3-4E90-F9E2-4BBC3CBC06FB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32:24.355" v="730"/>
          <ac:spMkLst>
            <pc:docMk/>
            <pc:sldMk cId="3229878018" sldId="270"/>
            <ac:spMk id="6" creationId="{A2E7EB72-CE96-13BA-DD5A-1BDF1DE51C3E}"/>
          </ac:spMkLst>
        </pc:spChg>
        <pc:spChg chg="add del mod ord">
          <ac:chgData name="賀上 幸実" userId="S::kagami-yu@lakeel.com::61778170-e0f5-4762-addd-6865af403aaa" providerId="AD" clId="Web-{B3E9DB70-C7D6-E284-E8BD-E2CF845A0447}" dt="2026-05-26T00:44:35.315" v="960" actId="20577"/>
          <ac:spMkLst>
            <pc:docMk/>
            <pc:sldMk cId="3229878018" sldId="270"/>
            <ac:spMk id="9" creationId="{C24F62D6-A881-C03E-FA68-8D1CB211B2D2}"/>
          </ac:spMkLst>
        </pc:spChg>
        <pc:spChg chg="del">
          <ac:chgData name="賀上 幸実" userId="S::kagami-yu@lakeel.com::61778170-e0f5-4762-addd-6865af403aaa" providerId="AD" clId="Web-{B3E9DB70-C7D6-E284-E8BD-E2CF845A0447}" dt="2026-05-26T00:32:24.355" v="728"/>
          <ac:spMkLst>
            <pc:docMk/>
            <pc:sldMk cId="3229878018" sldId="270"/>
            <ac:spMk id="16" creationId="{AE9C50B7-2502-6999-51E9-1BAB95E28447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2:07.370" v="659"/>
          <ac:spMkLst>
            <pc:docMk/>
            <pc:sldMk cId="3229878018" sldId="270"/>
            <ac:spMk id="21" creationId="{CDDC5D5E-DC20-8E1D-2EF6-B4FF417A4B68}"/>
          </ac:spMkLst>
        </pc:spChg>
        <pc:spChg chg="del mod">
          <ac:chgData name="賀上 幸実" userId="S::kagami-yu@lakeel.com::61778170-e0f5-4762-addd-6865af403aaa" providerId="AD" clId="Web-{B3E9DB70-C7D6-E284-E8BD-E2CF845A0447}" dt="2026-05-26T00:32:40.136" v="738"/>
          <ac:spMkLst>
            <pc:docMk/>
            <pc:sldMk cId="3229878018" sldId="270"/>
            <ac:spMk id="23" creationId="{299B3DCB-3D09-9B9F-9A49-40BC4B35999E}"/>
          </ac:spMkLst>
        </pc:spChg>
        <pc:spChg chg="add ord">
          <ac:chgData name="賀上 幸実" userId="S::kagami-yu@lakeel.com::61778170-e0f5-4762-addd-6865af403aaa" providerId="AD" clId="Web-{B3E9DB70-C7D6-E284-E8BD-E2CF845A0447}" dt="2026-05-26T00:32:07.573" v="676"/>
          <ac:spMkLst>
            <pc:docMk/>
            <pc:sldMk cId="3229878018" sldId="270"/>
            <ac:spMk id="24" creationId="{8DEE32AA-5E5B-0C61-CCFA-9970ADC88389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44:32.674" v="956"/>
          <ac:spMkLst>
            <pc:docMk/>
            <pc:sldMk cId="3229878018" sldId="270"/>
            <ac:spMk id="26" creationId="{A278FB2A-5666-3DF3-57CF-5163974F7E97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44:32.674" v="955"/>
          <ac:spMkLst>
            <pc:docMk/>
            <pc:sldMk cId="3229878018" sldId="270"/>
            <ac:spMk id="28" creationId="{E0C2CA7E-3E8F-5EA3-068D-CF23CB77731C}"/>
          </ac:spMkLst>
        </pc:spChg>
        <pc:spChg chg="add del ord">
          <ac:chgData name="賀上 幸実" userId="S::kagami-yu@lakeel.com::61778170-e0f5-4762-addd-6865af403aaa" providerId="AD" clId="Web-{B3E9DB70-C7D6-E284-E8BD-E2CF845A0447}" dt="2026-05-26T00:44:32.674" v="954"/>
          <ac:spMkLst>
            <pc:docMk/>
            <pc:sldMk cId="3229878018" sldId="270"/>
            <ac:spMk id="30" creationId="{EEACACED-F693-E206-8E50-2641D805EDA7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4:16.643" v="946"/>
          <ac:spMkLst>
            <pc:docMk/>
            <pc:sldMk cId="3229878018" sldId="270"/>
            <ac:spMk id="32" creationId="{ACC46CA3-65F2-24EB-B32B-C4B7D27C70CD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4:16.643" v="945"/>
          <ac:spMkLst>
            <pc:docMk/>
            <pc:sldMk cId="3229878018" sldId="270"/>
            <ac:spMk id="34" creationId="{0B31B843-4D21-BBD3-17DD-76BB092C4C5D}"/>
          </ac:spMkLst>
        </pc:spChg>
        <pc:spChg chg="add del">
          <ac:chgData name="賀上 幸実" userId="S::kagami-yu@lakeel.com::61778170-e0f5-4762-addd-6865af403aaa" providerId="AD" clId="Web-{B3E9DB70-C7D6-E284-E8BD-E2CF845A0447}" dt="2026-05-26T00:44:16.643" v="944"/>
          <ac:spMkLst>
            <pc:docMk/>
            <pc:sldMk cId="3229878018" sldId="270"/>
            <ac:spMk id="36" creationId="{DF9EDEEE-AA0B-23FD-F50C-BD6E35235FD1}"/>
          </ac:spMkLst>
        </pc:spChg>
        <pc:spChg chg="add">
          <ac:chgData name="賀上 幸実" userId="S::kagami-yu@lakeel.com::61778170-e0f5-4762-addd-6865af403aaa" providerId="AD" clId="Web-{B3E9DB70-C7D6-E284-E8BD-E2CF845A0447}" dt="2026-05-26T00:44:54.347" v="961"/>
          <ac:spMkLst>
            <pc:docMk/>
            <pc:sldMk cId="3229878018" sldId="270"/>
            <ac:spMk id="38" creationId="{7D138D99-D452-AC94-DE49-93396A1423C0}"/>
          </ac:spMkLst>
        </pc:spChg>
        <pc:spChg chg="add">
          <ac:chgData name="賀上 幸実" userId="S::kagami-yu@lakeel.com::61778170-e0f5-4762-addd-6865af403aaa" providerId="AD" clId="Web-{B3E9DB70-C7D6-E284-E8BD-E2CF845A0447}" dt="2026-05-26T00:44:54.363" v="962"/>
          <ac:spMkLst>
            <pc:docMk/>
            <pc:sldMk cId="3229878018" sldId="270"/>
            <ac:spMk id="40" creationId="{011E3580-4EAD-194D-E46C-13EA4AD70A7C}"/>
          </ac:spMkLst>
        </pc:spChg>
        <pc:spChg chg="add">
          <ac:chgData name="賀上 幸実" userId="S::kagami-yu@lakeel.com::61778170-e0f5-4762-addd-6865af403aaa" providerId="AD" clId="Web-{B3E9DB70-C7D6-E284-E8BD-E2CF845A0447}" dt="2026-05-26T00:44:54.394" v="963"/>
          <ac:spMkLst>
            <pc:docMk/>
            <pc:sldMk cId="3229878018" sldId="270"/>
            <ac:spMk id="42" creationId="{FBB6A522-3BDA-81F0-D196-45F64F936498}"/>
          </ac:spMkLst>
        </pc:spChg>
      </pc:sldChg>
      <pc:sldChg chg="modSp add replId">
        <pc:chgData name="賀上 幸実" userId="S::kagami-yu@lakeel.com::61778170-e0f5-4762-addd-6865af403aaa" providerId="AD" clId="Web-{B3E9DB70-C7D6-E284-E8BD-E2CF845A0447}" dt="2026-05-25T08:58:28.423" v="112" actId="14100"/>
        <pc:sldMkLst>
          <pc:docMk/>
          <pc:sldMk cId="811045696" sldId="271"/>
        </pc:sldMkLst>
        <pc:spChg chg="mod">
          <ac:chgData name="賀上 幸実" userId="S::kagami-yu@lakeel.com::61778170-e0f5-4762-addd-6865af403aaa" providerId="AD" clId="Web-{B3E9DB70-C7D6-E284-E8BD-E2CF845A0447}" dt="2026-05-25T08:58:12.078" v="109" actId="14100"/>
          <ac:spMkLst>
            <pc:docMk/>
            <pc:sldMk cId="811045696" sldId="271"/>
            <ac:spMk id="4" creationId="{F3F2B714-35F5-8559-ADA1-8D25637591EA}"/>
          </ac:spMkLst>
        </pc:spChg>
        <pc:spChg chg="mod">
          <ac:chgData name="賀上 幸実" userId="S::kagami-yu@lakeel.com::61778170-e0f5-4762-addd-6865af403aaa" providerId="AD" clId="Web-{B3E9DB70-C7D6-E284-E8BD-E2CF845A0447}" dt="2026-05-25T08:58:28.423" v="112" actId="14100"/>
          <ac:spMkLst>
            <pc:docMk/>
            <pc:sldMk cId="811045696" sldId="271"/>
            <ac:spMk id="6" creationId="{2C87095F-D0DD-56AB-246D-43276C20465E}"/>
          </ac:spMkLst>
        </pc:spChg>
        <pc:spChg chg="mod">
          <ac:chgData name="賀上 幸実" userId="S::kagami-yu@lakeel.com::61778170-e0f5-4762-addd-6865af403aaa" providerId="AD" clId="Web-{B3E9DB70-C7D6-E284-E8BD-E2CF845A0447}" dt="2026-05-25T08:57:10.839" v="96" actId="20577"/>
          <ac:spMkLst>
            <pc:docMk/>
            <pc:sldMk cId="811045696" sldId="271"/>
            <ac:spMk id="8" creationId="{30869E7D-BEA3-3DF0-6C19-9E1E91DED3F2}"/>
          </ac:spMkLst>
        </pc:spChg>
        <pc:spChg chg="mod">
          <ac:chgData name="賀上 幸実" userId="S::kagami-yu@lakeel.com::61778170-e0f5-4762-addd-6865af403aaa" providerId="AD" clId="Web-{B3E9DB70-C7D6-E284-E8BD-E2CF845A0447}" dt="2026-05-25T08:57:19.043" v="98" actId="20577"/>
          <ac:spMkLst>
            <pc:docMk/>
            <pc:sldMk cId="811045696" sldId="271"/>
            <ac:spMk id="15" creationId="{3CF8AB5B-8D80-53AE-D032-F8A4BBF72A97}"/>
          </ac:spMkLst>
        </pc:spChg>
        <pc:spChg chg="mod">
          <ac:chgData name="賀上 幸実" userId="S::kagami-yu@lakeel.com::61778170-e0f5-4762-addd-6865af403aaa" providerId="AD" clId="Web-{B3E9DB70-C7D6-E284-E8BD-E2CF845A0447}" dt="2026-05-25T08:57:01.183" v="90" actId="20577"/>
          <ac:spMkLst>
            <pc:docMk/>
            <pc:sldMk cId="811045696" sldId="271"/>
            <ac:spMk id="16" creationId="{957D2C7D-5DA2-9EDD-B50B-D110B4DCEFCC}"/>
          </ac:spMkLst>
        </pc:spChg>
      </pc:sldChg>
      <pc:sldChg chg="addSp delSp modSp new del">
        <pc:chgData name="賀上 幸実" userId="S::kagami-yu@lakeel.com::61778170-e0f5-4762-addd-6865af403aaa" providerId="AD" clId="Web-{B3E9DB70-C7D6-E284-E8BD-E2CF845A0447}" dt="2026-05-26T00:47:27.852" v="1001"/>
        <pc:sldMkLst>
          <pc:docMk/>
          <pc:sldMk cId="30112016" sldId="272"/>
        </pc:sldMkLst>
        <pc:spChg chg="del">
          <ac:chgData name="賀上 幸実" userId="S::kagami-yu@lakeel.com::61778170-e0f5-4762-addd-6865af403aaa" providerId="AD" clId="Web-{B3E9DB70-C7D6-E284-E8BD-E2CF845A0447}" dt="2026-05-26T00:46:55.007" v="997"/>
          <ac:spMkLst>
            <pc:docMk/>
            <pc:sldMk cId="30112016" sldId="272"/>
            <ac:spMk id="3" creationId="{D5E57F59-F7BA-0FF9-562E-D652C358BC68}"/>
          </ac:spMkLst>
        </pc:spChg>
        <pc:spChg chg="add mod">
          <ac:chgData name="賀上 幸実" userId="S::kagami-yu@lakeel.com::61778170-e0f5-4762-addd-6865af403aaa" providerId="AD" clId="Web-{B3E9DB70-C7D6-E284-E8BD-E2CF845A0447}" dt="2026-05-26T00:47:16.414" v="1000"/>
          <ac:spMkLst>
            <pc:docMk/>
            <pc:sldMk cId="30112016" sldId="272"/>
            <ac:spMk id="6" creationId="{FDE6E399-F6A3-0475-0EAB-D872E4DF1648}"/>
          </ac:spMkLst>
        </pc:spChg>
        <pc:picChg chg="add del mod ord">
          <ac:chgData name="賀上 幸実" userId="S::kagami-yu@lakeel.com::61778170-e0f5-4762-addd-6865af403aaa" providerId="AD" clId="Web-{B3E9DB70-C7D6-E284-E8BD-E2CF845A0447}" dt="2026-05-26T00:47:16.414" v="1000"/>
          <ac:picMkLst>
            <pc:docMk/>
            <pc:sldMk cId="30112016" sldId="272"/>
            <ac:picMk id="4" creationId="{595F69B0-0453-787F-409E-BE23010F087B}"/>
          </ac:picMkLst>
        </pc:picChg>
      </pc:sldChg>
      <pc:sldChg chg="addSp delSp modSp new del">
        <pc:chgData name="賀上 幸実" userId="S::kagami-yu@lakeel.com::61778170-e0f5-4762-addd-6865af403aaa" providerId="AD" clId="Web-{B3E9DB70-C7D6-E284-E8BD-E2CF845A0447}" dt="2026-05-26T00:46:23.709" v="993"/>
        <pc:sldMkLst>
          <pc:docMk/>
          <pc:sldMk cId="1771620041" sldId="272"/>
        </pc:sldMkLst>
        <pc:spChg chg="add del">
          <ac:chgData name="賀上 幸実" userId="S::kagami-yu@lakeel.com::61778170-e0f5-4762-addd-6865af403aaa" providerId="AD" clId="Web-{B3E9DB70-C7D6-E284-E8BD-E2CF845A0447}" dt="2026-05-26T00:46:21.741" v="992"/>
          <ac:spMkLst>
            <pc:docMk/>
            <pc:sldMk cId="1771620041" sldId="272"/>
            <ac:spMk id="3" creationId="{F6F46471-D505-4AD2-3220-C560F4012ECE}"/>
          </ac:spMkLst>
        </pc:spChg>
        <pc:picChg chg="add del mod ord">
          <ac:chgData name="賀上 幸実" userId="S::kagami-yu@lakeel.com::61778170-e0f5-4762-addd-6865af403aaa" providerId="AD" clId="Web-{B3E9DB70-C7D6-E284-E8BD-E2CF845A0447}" dt="2026-05-26T00:46:21.741" v="992"/>
          <ac:picMkLst>
            <pc:docMk/>
            <pc:sldMk cId="1771620041" sldId="272"/>
            <ac:picMk id="4" creationId="{A1482E15-78F6-82B1-3F83-909B14986ADF}"/>
          </ac:picMkLst>
        </pc:picChg>
      </pc:sldChg>
      <pc:sldChg chg="add replId">
        <pc:chgData name="賀上 幸実" userId="S::kagami-yu@lakeel.com::61778170-e0f5-4762-addd-6865af403aaa" providerId="AD" clId="Web-{B3E9DB70-C7D6-E284-E8BD-E2CF845A0447}" dt="2026-05-26T00:49:06.480" v="1031"/>
        <pc:sldMkLst>
          <pc:docMk/>
          <pc:sldMk cId="2234847956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B7D92-15FE-EBB6-FA18-FB2C046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3DDCE5-E5F2-E6C2-1A51-18C9263D6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4EB4F-7C4E-B507-297A-525A88C1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23B82A-D6C3-C1AE-70CE-5C2C6C14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032581-0F2E-C02A-DF6D-63AF8AF1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41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C4930-F35F-E81B-86AB-96B493DC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3B18B2-74E6-A997-16E3-4AF3BFC05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185275-5A05-5AC9-37A6-DD099D71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28BC68-6B4A-9901-A0C0-183F7543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78BAA-EC52-E8A0-0D13-B273218D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199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126FB-6367-2E8B-B916-120211F3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C25A9D-04EE-2588-3BEE-3356BCD6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EC7D0C-DCA0-0C46-20CB-5FB30453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C85427-5A57-908B-7F40-6A115D04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88805-1853-36A9-66DD-F225D93C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48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D387B-8747-C40A-A6DC-0460A4A0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B0EE9C-9408-B123-C623-67923440B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82171B-6B6A-ACDA-6B9F-9B9BAD819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075A7C-2380-3DFC-FABD-E193EB46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28362B-1B0F-4C2D-0BD5-C10B3F98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795E5F-9BE5-12E2-E030-6E843A9A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01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529DF3-A7FA-70D6-E8D7-8608B144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CDCAA1-F4E4-4373-1983-7DA6CC1E3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5C27CE-7D33-D1EA-A915-454A8033F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1333FA-38EB-E82E-31FE-D03FD17B8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094F05-F429-697A-35B0-663001009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203348-A24E-7A84-2F17-DC60E43B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09C11A4-8720-884F-BC30-5AFE8922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1721C2-611A-1AEC-13AF-0F7BB3F3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79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01CBD-EC0A-3302-9AC0-F08C5401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71DC44-06DE-A3E1-A5C6-EC553DA9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9E4C9C-67CE-145F-2C7D-16BCABE2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127038-2FF7-C163-BC04-4D681BA9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2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C1A29C-B72A-6162-CD90-A1C1E811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EAB883-C3AA-8E08-8DAA-89115578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635A62-01BD-D90E-C444-8A08DF8E5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67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5907A-C915-041F-009A-C4DE142C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47D5F2-E046-24EC-3CCF-6B5F5006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B4A96E-C0E0-D793-6309-5978FABA7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C4FF14-0F70-38FA-2D93-7F6300FC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19E5F2-7357-9257-2981-D104AEF5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4E648B-1726-27DF-57F6-C2D10EA8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46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DFFF9-DB94-A9E3-3C6F-FFFA0EA42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3577665-38CA-A712-5DB6-BF6456AEB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9415E7-9330-AE40-B376-AAEFCE43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D43D16-6672-A483-63E3-2C16C733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EE22E9-87C2-769F-557C-9CDD63BB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4D1686-8CD3-710E-A855-E28B7AC9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6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336B2-41C9-B6BD-D888-800E78D5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7DD167-5B24-32FF-0937-E96035F8B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E1CB33-5AEC-1360-8BCA-B9517F2D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E1CA2-2DD9-9670-FFE6-E5FFD388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91B85D-58D4-B385-C4A0-CE27C07A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20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FCC3BC-416F-88AE-08FF-93A353962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75FA88-6C1F-B1A7-C5A2-3CA8F61D7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C42DE3-2A93-69B6-E406-97EE417D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29614-CFFA-7E07-6C7C-156F1389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8274B-372B-38B1-5D99-74A31407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1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FB8531-A864-5576-A1A4-313E4778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21ED84-022A-E750-3088-E0DB2BAED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BB6AB2-5F89-5DD1-BE0D-94D31EF17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29FAE-6904-4BE3-8199-0D6A5AD33F39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2D612-9E14-5C23-ED77-49A701AA0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D80D61-457E-D265-2C76-EDF20F7B8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6DA22-82C1-4424-8D2D-A17838CB8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41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D2CD96E-4ED3-9110-6234-C11ED7888D7D}"/>
              </a:ext>
            </a:extLst>
          </p:cNvPr>
          <p:cNvSpPr/>
          <p:nvPr/>
        </p:nvSpPr>
        <p:spPr>
          <a:xfrm>
            <a:off x="3251" y="895073"/>
            <a:ext cx="12185499" cy="5397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2936F0-D245-8EE8-726A-8924CF83F119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59FCD9-19A4-2B59-E769-C0F36652D364}"/>
              </a:ext>
            </a:extLst>
          </p:cNvPr>
          <p:cNvSpPr txBox="1"/>
          <p:nvPr/>
        </p:nvSpPr>
        <p:spPr>
          <a:xfrm>
            <a:off x="5438519" y="15269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ログイン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EB17A3D-8D81-04F9-6459-1B813B06427B}"/>
              </a:ext>
            </a:extLst>
          </p:cNvPr>
          <p:cNvSpPr/>
          <p:nvPr/>
        </p:nvSpPr>
        <p:spPr>
          <a:xfrm>
            <a:off x="2919716" y="1990916"/>
            <a:ext cx="6550122" cy="3412356"/>
          </a:xfrm>
          <a:prstGeom prst="roundRect">
            <a:avLst>
              <a:gd name="adj" fmla="val 674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55F540-C360-F3B8-229C-0AC0BD7DA13A}"/>
              </a:ext>
            </a:extLst>
          </p:cNvPr>
          <p:cNvSpPr txBox="1"/>
          <p:nvPr/>
        </p:nvSpPr>
        <p:spPr>
          <a:xfrm>
            <a:off x="3620655" y="2529295"/>
            <a:ext cx="954107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社員番号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A3ACA2-E7FA-90F8-9FEB-09D2CE03FC53}"/>
              </a:ext>
            </a:extLst>
          </p:cNvPr>
          <p:cNvSpPr txBox="1"/>
          <p:nvPr/>
        </p:nvSpPr>
        <p:spPr>
          <a:xfrm>
            <a:off x="3611248" y="34106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パスワード</a:t>
            </a:r>
            <a:r>
              <a:rPr kumimoji="1" lang="ja-JP" altLang="en-US" sz="1200"/>
              <a:t>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BF711B8-D883-75ED-1114-B66FBB8CCA53}"/>
              </a:ext>
            </a:extLst>
          </p:cNvPr>
          <p:cNvSpPr/>
          <p:nvPr/>
        </p:nvSpPr>
        <p:spPr>
          <a:xfrm>
            <a:off x="3609879" y="2803650"/>
            <a:ext cx="4896984" cy="37783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ユーザ名を入力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FA72C2D-4145-4B82-3FCC-3E36A7D3563D}"/>
              </a:ext>
            </a:extLst>
          </p:cNvPr>
          <p:cNvSpPr/>
          <p:nvPr/>
        </p:nvSpPr>
        <p:spPr>
          <a:xfrm>
            <a:off x="3609877" y="3699801"/>
            <a:ext cx="4896986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パスワードを入力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F20F8BE-A3F3-CD39-04DE-D990DE9BA46E}"/>
              </a:ext>
            </a:extLst>
          </p:cNvPr>
          <p:cNvSpPr/>
          <p:nvPr/>
        </p:nvSpPr>
        <p:spPr>
          <a:xfrm>
            <a:off x="3619286" y="4411401"/>
            <a:ext cx="4896984" cy="575390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ログイン</a:t>
            </a:r>
          </a:p>
        </p:txBody>
      </p:sp>
      <p:sp>
        <p:nvSpPr>
          <p:cNvPr id="16" name="四角形: 角を丸くする 14">
            <a:extLst>
              <a:ext uri="{FF2B5EF4-FFF2-40B4-BE49-F238E27FC236}">
                <a16:creationId xmlns:a16="http://schemas.microsoft.com/office/drawing/2014/main" id="{CF8DBD62-E6EA-97A7-3F30-C176CEBEF09D}"/>
              </a:ext>
            </a:extLst>
          </p:cNvPr>
          <p:cNvSpPr/>
          <p:nvPr/>
        </p:nvSpPr>
        <p:spPr>
          <a:xfrm>
            <a:off x="9478167" y="244353"/>
            <a:ext cx="1456520" cy="4018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sz="1200">
                <a:solidFill>
                  <a:schemeClr val="tx1"/>
                </a:solidFill>
                <a:ea typeface="游ゴシック"/>
              </a:rPr>
              <a:t>ユーザ登録</a:t>
            </a:r>
            <a:endParaRPr lang="en-US" altLang="ja-JP">
              <a:solidFill>
                <a:schemeClr val="tx1"/>
              </a:solidFill>
              <a:ea typeface="游ゴシック"/>
            </a:endParaRPr>
          </a:p>
        </p:txBody>
      </p:sp>
      <p:sp>
        <p:nvSpPr>
          <p:cNvPr id="18" name="正方形/長方形 5">
            <a:extLst>
              <a:ext uri="{FF2B5EF4-FFF2-40B4-BE49-F238E27FC236}">
                <a16:creationId xmlns:a16="http://schemas.microsoft.com/office/drawing/2014/main" id="{44D77BAC-BE28-0B47-54F7-00E699D145A6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</p:spTree>
    <p:extLst>
      <p:ext uri="{BB962C8B-B14F-4D97-AF65-F5344CB8AC3E}">
        <p14:creationId xmlns:p14="http://schemas.microsoft.com/office/powerpoint/2010/main" val="94097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72B74-B2B8-1223-A41B-ADF767E6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F2B714-35F5-8559-ADA1-8D25637591EA}"/>
              </a:ext>
            </a:extLst>
          </p:cNvPr>
          <p:cNvSpPr/>
          <p:nvPr/>
        </p:nvSpPr>
        <p:spPr>
          <a:xfrm>
            <a:off x="3251" y="895073"/>
            <a:ext cx="12185499" cy="55288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017601-C4BF-D38F-C14F-03DAAD7CE4C8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87095F-D0DD-56AB-246D-43276C20465E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869E7D-BEA3-3DF0-6C19-9E1E91DED3F2}"/>
              </a:ext>
            </a:extLst>
          </p:cNvPr>
          <p:cNvSpPr txBox="1"/>
          <p:nvPr/>
        </p:nvSpPr>
        <p:spPr>
          <a:xfrm>
            <a:off x="5323103" y="1526996"/>
            <a:ext cx="133882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ユーザ登録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3EDF158-B45E-A7C2-A46B-55013B11C83D}"/>
              </a:ext>
            </a:extLst>
          </p:cNvPr>
          <p:cNvSpPr/>
          <p:nvPr/>
        </p:nvSpPr>
        <p:spPr>
          <a:xfrm>
            <a:off x="2919716" y="1990916"/>
            <a:ext cx="6550122" cy="3412356"/>
          </a:xfrm>
          <a:prstGeom prst="roundRect">
            <a:avLst>
              <a:gd name="adj" fmla="val 674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48275E9-4DE3-21B7-9875-37EB8F30CF48}"/>
              </a:ext>
            </a:extLst>
          </p:cNvPr>
          <p:cNvSpPr txBox="1"/>
          <p:nvPr/>
        </p:nvSpPr>
        <p:spPr>
          <a:xfrm>
            <a:off x="3606278" y="2328012"/>
            <a:ext cx="954107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社員番号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A39B92-9F1F-8758-088A-FAD0C74965CD}"/>
              </a:ext>
            </a:extLst>
          </p:cNvPr>
          <p:cNvSpPr txBox="1"/>
          <p:nvPr/>
        </p:nvSpPr>
        <p:spPr>
          <a:xfrm>
            <a:off x="3640003" y="369814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パスワード</a:t>
            </a:r>
            <a:r>
              <a:rPr kumimoji="1" lang="ja-JP" altLang="en-US" sz="1200"/>
              <a:t>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C4068A3-62C4-6BED-D588-D7D93B0C51BA}"/>
              </a:ext>
            </a:extLst>
          </p:cNvPr>
          <p:cNvSpPr/>
          <p:nvPr/>
        </p:nvSpPr>
        <p:spPr>
          <a:xfrm>
            <a:off x="3624256" y="2602367"/>
            <a:ext cx="4896984" cy="37783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社員番号</a:t>
            </a:r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を入力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6530734-8025-C149-2DC4-DB268758271B}"/>
              </a:ext>
            </a:extLst>
          </p:cNvPr>
          <p:cNvSpPr/>
          <p:nvPr/>
        </p:nvSpPr>
        <p:spPr>
          <a:xfrm>
            <a:off x="3609877" y="3958593"/>
            <a:ext cx="4896986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パスワードを入力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CF8AB5B-8D80-53AE-D032-F8A4BBF72A97}"/>
              </a:ext>
            </a:extLst>
          </p:cNvPr>
          <p:cNvSpPr/>
          <p:nvPr/>
        </p:nvSpPr>
        <p:spPr>
          <a:xfrm>
            <a:off x="3633663" y="4583929"/>
            <a:ext cx="4896984" cy="575390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登録</a:t>
            </a:r>
          </a:p>
        </p:txBody>
      </p:sp>
      <p:sp>
        <p:nvSpPr>
          <p:cNvPr id="16" name="四角形: 角を丸くする 14">
            <a:extLst>
              <a:ext uri="{FF2B5EF4-FFF2-40B4-BE49-F238E27FC236}">
                <a16:creationId xmlns:a16="http://schemas.microsoft.com/office/drawing/2014/main" id="{957D2C7D-5DA2-9EDD-B50B-D110B4DCEFCC}"/>
              </a:ext>
            </a:extLst>
          </p:cNvPr>
          <p:cNvSpPr/>
          <p:nvPr/>
        </p:nvSpPr>
        <p:spPr>
          <a:xfrm>
            <a:off x="9478167" y="244353"/>
            <a:ext cx="1456520" cy="4018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ログイン</a:t>
            </a:r>
          </a:p>
        </p:txBody>
      </p:sp>
      <p:sp>
        <p:nvSpPr>
          <p:cNvPr id="2" name="四角形: 角を丸くする 12">
            <a:extLst>
              <a:ext uri="{FF2B5EF4-FFF2-40B4-BE49-F238E27FC236}">
                <a16:creationId xmlns:a16="http://schemas.microsoft.com/office/drawing/2014/main" id="{0DC775CE-5496-9D6B-331B-65F9359E9E29}"/>
              </a:ext>
            </a:extLst>
          </p:cNvPr>
          <p:cNvSpPr/>
          <p:nvPr/>
        </p:nvSpPr>
        <p:spPr>
          <a:xfrm>
            <a:off x="3609878" y="3292480"/>
            <a:ext cx="4896984" cy="37783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氏名</a:t>
            </a:r>
            <a:r>
              <a:rPr kumimoji="1"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を入力</a:t>
            </a:r>
          </a:p>
        </p:txBody>
      </p:sp>
      <p:sp>
        <p:nvSpPr>
          <p:cNvPr id="3" name="テキスト ボックス 11">
            <a:extLst>
              <a:ext uri="{FF2B5EF4-FFF2-40B4-BE49-F238E27FC236}">
                <a16:creationId xmlns:a16="http://schemas.microsoft.com/office/drawing/2014/main" id="{0D3C5F02-3E89-99E4-E5F4-F2AB814CACD6}"/>
              </a:ext>
            </a:extLst>
          </p:cNvPr>
          <p:cNvSpPr txBox="1"/>
          <p:nvPr/>
        </p:nvSpPr>
        <p:spPr>
          <a:xfrm>
            <a:off x="3640002" y="3022411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氏名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81104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2AAC-B665-E214-14DE-79195BAB6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E0D27B8-3ECB-7ACA-E3B2-4822138ADBEE}"/>
              </a:ext>
            </a:extLst>
          </p:cNvPr>
          <p:cNvSpPr/>
          <p:nvPr/>
        </p:nvSpPr>
        <p:spPr>
          <a:xfrm>
            <a:off x="-6157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C1EF20-FE90-DAAF-E0BF-9E27AF29CEB1}"/>
              </a:ext>
            </a:extLst>
          </p:cNvPr>
          <p:cNvSpPr txBox="1"/>
          <p:nvPr/>
        </p:nvSpPr>
        <p:spPr>
          <a:xfrm>
            <a:off x="5426585" y="1856255"/>
            <a:ext cx="133882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ロール選択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B2F004-E963-A73C-F95C-8E7B38EF11E6}"/>
              </a:ext>
            </a:extLst>
          </p:cNvPr>
          <p:cNvSpPr/>
          <p:nvPr/>
        </p:nvSpPr>
        <p:spPr>
          <a:xfrm>
            <a:off x="8296672" y="2923683"/>
            <a:ext cx="2437458" cy="12842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>
                <a:ea typeface="游ゴシック"/>
              </a:rPr>
              <a:t>管理者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8B3263-0FD4-2FFA-FCF8-3B59A70E58B7}"/>
              </a:ext>
            </a:extLst>
          </p:cNvPr>
          <p:cNvSpPr/>
          <p:nvPr/>
        </p:nvSpPr>
        <p:spPr>
          <a:xfrm>
            <a:off x="1833783" y="2923683"/>
            <a:ext cx="2437458" cy="1284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>
                <a:ea typeface="游ゴシック"/>
              </a:rPr>
              <a:t>作成者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F3C493-0D22-137C-3DBF-00E04F20A78C}"/>
              </a:ext>
            </a:extLst>
          </p:cNvPr>
          <p:cNvSpPr/>
          <p:nvPr/>
        </p:nvSpPr>
        <p:spPr>
          <a:xfrm>
            <a:off x="4966451" y="2923683"/>
            <a:ext cx="2437458" cy="12842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>
                <a:ea typeface="游ゴシック"/>
              </a:rPr>
              <a:t>営業リーダー</a:t>
            </a:r>
          </a:p>
        </p:txBody>
      </p:sp>
      <p:sp>
        <p:nvSpPr>
          <p:cNvPr id="10" name="正方形/長方形 4">
            <a:extLst>
              <a:ext uri="{FF2B5EF4-FFF2-40B4-BE49-F238E27FC236}">
                <a16:creationId xmlns:a16="http://schemas.microsoft.com/office/drawing/2014/main" id="{9660CD21-49DC-33CB-921B-F82C394F11EA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18" name="正方形/長方形 5">
            <a:extLst>
              <a:ext uri="{FF2B5EF4-FFF2-40B4-BE49-F238E27FC236}">
                <a16:creationId xmlns:a16="http://schemas.microsoft.com/office/drawing/2014/main" id="{9D553086-A359-182D-AA06-589BD8009457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6" name="四角形: 角を丸くする 14">
            <a:extLst>
              <a:ext uri="{FF2B5EF4-FFF2-40B4-BE49-F238E27FC236}">
                <a16:creationId xmlns:a16="http://schemas.microsoft.com/office/drawing/2014/main" id="{D9409BB9-7801-636C-D08A-8BE2DF6144EC}"/>
              </a:ext>
            </a:extLst>
          </p:cNvPr>
          <p:cNvSpPr/>
          <p:nvPr/>
        </p:nvSpPr>
        <p:spPr>
          <a:xfrm>
            <a:off x="9478167" y="244353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</p:spTree>
    <p:extLst>
      <p:ext uri="{BB962C8B-B14F-4D97-AF65-F5344CB8AC3E}">
        <p14:creationId xmlns:p14="http://schemas.microsoft.com/office/powerpoint/2010/main" val="268482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2216-0DF3-363E-BB2A-B8FE7A62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3">
            <a:extLst>
              <a:ext uri="{FF2B5EF4-FFF2-40B4-BE49-F238E27FC236}">
                <a16:creationId xmlns:a16="http://schemas.microsoft.com/office/drawing/2014/main" id="{207979A3-1803-6FCB-F02C-350923927644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CEDB9E-8845-A9AA-585F-96C0FFD925BA}"/>
              </a:ext>
            </a:extLst>
          </p:cNvPr>
          <p:cNvSpPr txBox="1"/>
          <p:nvPr/>
        </p:nvSpPr>
        <p:spPr>
          <a:xfrm>
            <a:off x="4967153" y="1457596"/>
            <a:ext cx="180049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スカウト文</a:t>
            </a:r>
            <a:r>
              <a:rPr kumimoji="1" lang="ja-JP" altLang="en-US" b="1">
                <a:ea typeface="游ゴシック"/>
              </a:rPr>
              <a:t>一覧</a:t>
            </a: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CE46D02D-4ACB-3392-94ED-416C7B32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15112"/>
              </p:ext>
            </p:extLst>
          </p:nvPr>
        </p:nvGraphicFramePr>
        <p:xfrm>
          <a:off x="1132114" y="2383971"/>
          <a:ext cx="9950351" cy="27648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501251">
                  <a:extLst>
                    <a:ext uri="{9D8B030D-6E8A-4147-A177-3AD203B41FA5}">
                      <a16:colId xmlns:a16="http://schemas.microsoft.com/office/drawing/2014/main" val="3918585984"/>
                    </a:ext>
                  </a:extLst>
                </a:gridCol>
                <a:gridCol w="2086848">
                  <a:extLst>
                    <a:ext uri="{9D8B030D-6E8A-4147-A177-3AD203B41FA5}">
                      <a16:colId xmlns:a16="http://schemas.microsoft.com/office/drawing/2014/main" val="1145876214"/>
                    </a:ext>
                  </a:extLst>
                </a:gridCol>
                <a:gridCol w="2056158">
                  <a:extLst>
                    <a:ext uri="{9D8B030D-6E8A-4147-A177-3AD203B41FA5}">
                      <a16:colId xmlns:a16="http://schemas.microsoft.com/office/drawing/2014/main" val="4153395307"/>
                    </a:ext>
                  </a:extLst>
                </a:gridCol>
                <a:gridCol w="1357133">
                  <a:extLst>
                    <a:ext uri="{9D8B030D-6E8A-4147-A177-3AD203B41FA5}">
                      <a16:colId xmlns:a16="http://schemas.microsoft.com/office/drawing/2014/main" val="2377393816"/>
                    </a:ext>
                  </a:extLst>
                </a:gridCol>
                <a:gridCol w="1107678">
                  <a:extLst>
                    <a:ext uri="{9D8B030D-6E8A-4147-A177-3AD203B41FA5}">
                      <a16:colId xmlns:a16="http://schemas.microsoft.com/office/drawing/2014/main" val="4162556307"/>
                    </a:ext>
                  </a:extLst>
                </a:gridCol>
                <a:gridCol w="2841283">
                  <a:extLst>
                    <a:ext uri="{9D8B030D-6E8A-4147-A177-3AD203B41FA5}">
                      <a16:colId xmlns:a16="http://schemas.microsoft.com/office/drawing/2014/main" val="2003750740"/>
                    </a:ext>
                  </a:extLst>
                </a:gridCol>
              </a:tblGrid>
              <a:tr h="443079">
                <a:tc>
                  <a:txBody>
                    <a:bodyPr/>
                    <a:lstStyle/>
                    <a:p>
                      <a:r>
                        <a:rPr kumimoji="1" lang="en-US" altLang="ja-JP" sz="1200" b="1"/>
                        <a:t>ID</a:t>
                      </a: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/>
                        <a:t>求職者</a:t>
                      </a: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/>
                        <a:t>求人をだしている会社名</a:t>
                      </a: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/>
                        <a:t>作成日</a:t>
                      </a: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200" b="1"/>
                        <a:t>ステータス</a:t>
                      </a: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811523"/>
                  </a:ext>
                </a:extLst>
              </a:tr>
              <a:tr h="549419"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1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err="1">
                          <a:solidFill>
                            <a:srgbClr val="0070C0"/>
                          </a:solidFill>
                        </a:rPr>
                        <a:t>佐藤太郎</a:t>
                      </a:r>
                      <a:endParaRPr kumimoji="1" lang="en-US" altLang="ja-JP" sz="1200" err="1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err="1"/>
                        <a:t>清水建設</a:t>
                      </a:r>
                      <a:endParaRPr kumimoji="1" lang="en-US" altLang="ja-JP" sz="120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2021-08-20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err="1"/>
                        <a:t>編集中</a:t>
                      </a:r>
                      <a:endParaRPr kumimoji="1" lang="en-US" altLang="ja-JP" sz="120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861788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2020-11-10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err="1"/>
                        <a:t>営業リーダー承認待ち</a:t>
                      </a:r>
                      <a:endParaRPr kumimoji="1" lang="en-US" altLang="ja-JP" sz="120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61670"/>
                  </a:ext>
                </a:extLst>
              </a:tr>
              <a:tr h="602589"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3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2024-01-18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 err="1"/>
                        <a:t>承認済</a:t>
                      </a:r>
                      <a:endParaRPr kumimoji="1" lang="en-US" altLang="ja-JP" sz="120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091569"/>
                  </a:ext>
                </a:extLst>
              </a:tr>
              <a:tr h="6025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ja-JP" sz="1200"/>
                        <a:t>4</a:t>
                      </a:r>
                      <a:endParaRPr kumimoji="1" lang="en-US" altLang="ja-JP" sz="120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en-US" altLang="ja-JP" sz="120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en-US" altLang="ja-JP" sz="120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ja-JP" sz="1200"/>
                        <a:t>2026-02-11</a:t>
                      </a:r>
                      <a:endParaRPr kumimoji="1" lang="en-US" altLang="ja-JP" sz="120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ja-JP" sz="1200" err="1"/>
                        <a:t>差戻し</a:t>
                      </a:r>
                      <a:endParaRPr kumimoji="1" lang="en-US" altLang="ja-JP" sz="1200" err="1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sz="1200"/>
                    </a:p>
                  </a:txBody>
                  <a:tcPr anchor="ctr">
                    <a:lnL w="12700">
                      <a:solidFill>
                        <a:schemeClr val="bg1">
                          <a:lumMod val="75000"/>
                        </a:schemeClr>
                      </a:solidFill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05182"/>
                  </a:ext>
                </a:extLst>
              </a:tr>
            </a:tbl>
          </a:graphicData>
        </a:graphic>
      </p:graphicFrame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113CEC9-CE11-D375-091D-60236F6CABCD}"/>
              </a:ext>
            </a:extLst>
          </p:cNvPr>
          <p:cNvSpPr/>
          <p:nvPr/>
        </p:nvSpPr>
        <p:spPr>
          <a:xfrm>
            <a:off x="8631501" y="2897240"/>
            <a:ext cx="581630" cy="30781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編集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A0C7466-30A7-ABD3-AC73-ECF34592CFB6}"/>
              </a:ext>
            </a:extLst>
          </p:cNvPr>
          <p:cNvSpPr/>
          <p:nvPr/>
        </p:nvSpPr>
        <p:spPr>
          <a:xfrm>
            <a:off x="10077049" y="2897240"/>
            <a:ext cx="581630" cy="30781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削除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A04C66-ED8A-3CE8-CB7E-34719F9487C5}"/>
              </a:ext>
            </a:extLst>
          </p:cNvPr>
          <p:cNvSpPr/>
          <p:nvPr/>
        </p:nvSpPr>
        <p:spPr>
          <a:xfrm>
            <a:off x="1509031" y="1882548"/>
            <a:ext cx="833437" cy="2619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絞込</a:t>
            </a:r>
            <a:endParaRPr lang="en-US" sz="1200">
              <a:solidFill>
                <a:schemeClr val="tx1"/>
              </a:solidFill>
              <a:ea typeface="游ゴシック"/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67031A9-85E8-FB72-C848-BE68B2D79628}"/>
              </a:ext>
            </a:extLst>
          </p:cNvPr>
          <p:cNvSpPr/>
          <p:nvPr/>
        </p:nvSpPr>
        <p:spPr>
          <a:xfrm rot="10620000">
            <a:off x="2124755" y="1943440"/>
            <a:ext cx="107156" cy="13096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正方形/長方形 4">
            <a:extLst>
              <a:ext uri="{FF2B5EF4-FFF2-40B4-BE49-F238E27FC236}">
                <a16:creationId xmlns:a16="http://schemas.microsoft.com/office/drawing/2014/main" id="{9BC4F900-A442-5A22-573A-EFD2C1695C08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14" name="正方形/長方形 5">
            <a:extLst>
              <a:ext uri="{FF2B5EF4-FFF2-40B4-BE49-F238E27FC236}">
                <a16:creationId xmlns:a16="http://schemas.microsoft.com/office/drawing/2014/main" id="{36CB0EDD-1A98-91E0-7D95-058B0CC90AE9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25" name="四角形: 角を丸くする 14">
            <a:extLst>
              <a:ext uri="{FF2B5EF4-FFF2-40B4-BE49-F238E27FC236}">
                <a16:creationId xmlns:a16="http://schemas.microsoft.com/office/drawing/2014/main" id="{C6A3F549-F44F-3CD4-288D-A58DD9C3C6EB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26" name="四角形: 角を丸くする 14">
            <a:extLst>
              <a:ext uri="{FF2B5EF4-FFF2-40B4-BE49-F238E27FC236}">
                <a16:creationId xmlns:a16="http://schemas.microsoft.com/office/drawing/2014/main" id="{C4C395AC-35EA-C0E0-B570-D0BCCA68F09F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sp>
        <p:nvSpPr>
          <p:cNvPr id="27" name="四角形: 角を丸くする 14">
            <a:extLst>
              <a:ext uri="{FF2B5EF4-FFF2-40B4-BE49-F238E27FC236}">
                <a16:creationId xmlns:a16="http://schemas.microsoft.com/office/drawing/2014/main" id="{A1DD8C62-B310-EE9F-FE75-D18B69278CD7}"/>
              </a:ext>
            </a:extLst>
          </p:cNvPr>
          <p:cNvSpPr/>
          <p:nvPr/>
        </p:nvSpPr>
        <p:spPr>
          <a:xfrm>
            <a:off x="7311909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スカウト文作成</a:t>
            </a:r>
          </a:p>
        </p:txBody>
      </p:sp>
    </p:spTree>
    <p:extLst>
      <p:ext uri="{BB962C8B-B14F-4D97-AF65-F5344CB8AC3E}">
        <p14:creationId xmlns:p14="http://schemas.microsoft.com/office/powerpoint/2010/main" val="107274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61795-8E1A-1D1A-2373-D12FF931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3">
            <a:extLst>
              <a:ext uri="{FF2B5EF4-FFF2-40B4-BE49-F238E27FC236}">
                <a16:creationId xmlns:a16="http://schemas.microsoft.com/office/drawing/2014/main" id="{E62EB92A-7BDD-8E83-DF58-8252025D5CC7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4">
            <a:extLst>
              <a:ext uri="{FF2B5EF4-FFF2-40B4-BE49-F238E27FC236}">
                <a16:creationId xmlns:a16="http://schemas.microsoft.com/office/drawing/2014/main" id="{21C9B7B9-2C5A-30A0-A04E-24E5D83330DC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19" name="正方形/長方形 5">
            <a:extLst>
              <a:ext uri="{FF2B5EF4-FFF2-40B4-BE49-F238E27FC236}">
                <a16:creationId xmlns:a16="http://schemas.microsoft.com/office/drawing/2014/main" id="{8E875AAF-2685-3B67-D90A-3CBA3A8CDD8D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74269FB-A800-E4CA-E826-3CACDD615490}"/>
              </a:ext>
            </a:extLst>
          </p:cNvPr>
          <p:cNvSpPr/>
          <p:nvPr/>
        </p:nvSpPr>
        <p:spPr>
          <a:xfrm>
            <a:off x="641829" y="1739421"/>
            <a:ext cx="4830330" cy="3452881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85C77EE-4D12-CD54-1008-C87604491209}"/>
              </a:ext>
            </a:extLst>
          </p:cNvPr>
          <p:cNvSpPr txBox="1"/>
          <p:nvPr/>
        </p:nvSpPr>
        <p:spPr>
          <a:xfrm>
            <a:off x="1964152" y="2357062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職種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4471D2E-D762-5C71-3B1C-BB57AC8C42DD}"/>
              </a:ext>
            </a:extLst>
          </p:cNvPr>
          <p:cNvSpPr/>
          <p:nvPr/>
        </p:nvSpPr>
        <p:spPr>
          <a:xfrm>
            <a:off x="2625213" y="1984196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BD213-0E6D-0306-0F31-33811788BEA5}"/>
              </a:ext>
            </a:extLst>
          </p:cNvPr>
          <p:cNvSpPr txBox="1"/>
          <p:nvPr/>
        </p:nvSpPr>
        <p:spPr>
          <a:xfrm>
            <a:off x="736696" y="1270487"/>
            <a:ext cx="23176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ea typeface="游ゴシック"/>
              </a:rPr>
              <a:t>求人ドラフトの入力</a:t>
            </a:r>
            <a:endParaRPr lang="en-US" b="1"/>
          </a:p>
        </p:txBody>
      </p:sp>
      <p:sp>
        <p:nvSpPr>
          <p:cNvPr id="21" name="テキスト ボックス 11">
            <a:extLst>
              <a:ext uri="{FF2B5EF4-FFF2-40B4-BE49-F238E27FC236}">
                <a16:creationId xmlns:a16="http://schemas.microsoft.com/office/drawing/2014/main" id="{63738B0B-3442-48B1-99B2-AB2834218EEC}"/>
              </a:ext>
            </a:extLst>
          </p:cNvPr>
          <p:cNvSpPr txBox="1"/>
          <p:nvPr/>
        </p:nvSpPr>
        <p:spPr>
          <a:xfrm>
            <a:off x="1647641" y="2743161"/>
            <a:ext cx="954107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業務内容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24" name="テキスト ボックス 11">
            <a:extLst>
              <a:ext uri="{FF2B5EF4-FFF2-40B4-BE49-F238E27FC236}">
                <a16:creationId xmlns:a16="http://schemas.microsoft.com/office/drawing/2014/main" id="{84BA406D-9657-D533-5EDD-0C04B040C836}"/>
              </a:ext>
            </a:extLst>
          </p:cNvPr>
          <p:cNvSpPr txBox="1"/>
          <p:nvPr/>
        </p:nvSpPr>
        <p:spPr>
          <a:xfrm>
            <a:off x="1493409" y="3097275"/>
            <a:ext cx="110799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必須スキル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26" name="テキスト ボックス 11">
            <a:extLst>
              <a:ext uri="{FF2B5EF4-FFF2-40B4-BE49-F238E27FC236}">
                <a16:creationId xmlns:a16="http://schemas.microsoft.com/office/drawing/2014/main" id="{0AA0E562-2A16-05CC-28F9-E556D8709F3B}"/>
              </a:ext>
            </a:extLst>
          </p:cNvPr>
          <p:cNvSpPr txBox="1"/>
          <p:nvPr/>
        </p:nvSpPr>
        <p:spPr>
          <a:xfrm>
            <a:off x="1949792" y="3837267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給与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27" name="テキスト ボックス 11">
            <a:extLst>
              <a:ext uri="{FF2B5EF4-FFF2-40B4-BE49-F238E27FC236}">
                <a16:creationId xmlns:a16="http://schemas.microsoft.com/office/drawing/2014/main" id="{8825AA54-7AE8-9E6B-D0D6-1915D595FCC0}"/>
              </a:ext>
            </a:extLst>
          </p:cNvPr>
          <p:cNvSpPr txBox="1"/>
          <p:nvPr/>
        </p:nvSpPr>
        <p:spPr>
          <a:xfrm>
            <a:off x="1807320" y="3463818"/>
            <a:ext cx="80021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勤務地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28" name="テキスト ボックス 11">
            <a:extLst>
              <a:ext uri="{FF2B5EF4-FFF2-40B4-BE49-F238E27FC236}">
                <a16:creationId xmlns:a16="http://schemas.microsoft.com/office/drawing/2014/main" id="{8224CD72-25C7-3C0E-A1AD-8BEB0EA4194D}"/>
              </a:ext>
            </a:extLst>
          </p:cNvPr>
          <p:cNvSpPr txBox="1"/>
          <p:nvPr/>
        </p:nvSpPr>
        <p:spPr>
          <a:xfrm>
            <a:off x="1487592" y="4230895"/>
            <a:ext cx="110799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求人の魅力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2" name="四角形: 角を丸くする 13">
            <a:extLst>
              <a:ext uri="{FF2B5EF4-FFF2-40B4-BE49-F238E27FC236}">
                <a16:creationId xmlns:a16="http://schemas.microsoft.com/office/drawing/2014/main" id="{D4A34756-C56A-66D6-0F68-B22CE90DA66B}"/>
              </a:ext>
            </a:extLst>
          </p:cNvPr>
          <p:cNvSpPr/>
          <p:nvPr/>
        </p:nvSpPr>
        <p:spPr>
          <a:xfrm>
            <a:off x="2628034" y="4230423"/>
            <a:ext cx="1647221" cy="53850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48" name="テキスト ボックス 7">
            <a:extLst>
              <a:ext uri="{FF2B5EF4-FFF2-40B4-BE49-F238E27FC236}">
                <a16:creationId xmlns:a16="http://schemas.microsoft.com/office/drawing/2014/main" id="{60281895-CD7F-8266-4066-73597A973E6D}"/>
              </a:ext>
            </a:extLst>
          </p:cNvPr>
          <p:cNvSpPr txBox="1"/>
          <p:nvPr/>
        </p:nvSpPr>
        <p:spPr>
          <a:xfrm>
            <a:off x="5894117" y="1269660"/>
            <a:ext cx="203292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AI生成条件の入力</a:t>
            </a:r>
          </a:p>
        </p:txBody>
      </p:sp>
      <p:sp>
        <p:nvSpPr>
          <p:cNvPr id="50" name="四角形: 角を丸くする 9">
            <a:extLst>
              <a:ext uri="{FF2B5EF4-FFF2-40B4-BE49-F238E27FC236}">
                <a16:creationId xmlns:a16="http://schemas.microsoft.com/office/drawing/2014/main" id="{1D59A28E-DF66-3814-A5F0-E2B166DA748D}"/>
              </a:ext>
            </a:extLst>
          </p:cNvPr>
          <p:cNvSpPr/>
          <p:nvPr/>
        </p:nvSpPr>
        <p:spPr>
          <a:xfrm>
            <a:off x="5905862" y="1739351"/>
            <a:ext cx="5503430" cy="4325854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10">
            <a:extLst>
              <a:ext uri="{FF2B5EF4-FFF2-40B4-BE49-F238E27FC236}">
                <a16:creationId xmlns:a16="http://schemas.microsoft.com/office/drawing/2014/main" id="{41F00EAB-DFC0-4020-5AF9-9942A4067F50}"/>
              </a:ext>
            </a:extLst>
          </p:cNvPr>
          <p:cNvSpPr txBox="1"/>
          <p:nvPr/>
        </p:nvSpPr>
        <p:spPr>
          <a:xfrm>
            <a:off x="6145059" y="1900411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年齢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54" name="テキスト ボックス 11">
            <a:extLst>
              <a:ext uri="{FF2B5EF4-FFF2-40B4-BE49-F238E27FC236}">
                <a16:creationId xmlns:a16="http://schemas.microsoft.com/office/drawing/2014/main" id="{A7D89057-B656-B859-81E7-EE927A73AB9F}"/>
              </a:ext>
            </a:extLst>
          </p:cNvPr>
          <p:cNvSpPr txBox="1"/>
          <p:nvPr/>
        </p:nvSpPr>
        <p:spPr>
          <a:xfrm>
            <a:off x="6145059" y="2782745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性別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56" name="四角形: 角を丸くする 12">
            <a:extLst>
              <a:ext uri="{FF2B5EF4-FFF2-40B4-BE49-F238E27FC236}">
                <a16:creationId xmlns:a16="http://schemas.microsoft.com/office/drawing/2014/main" id="{3DB059C2-30F7-D38E-462E-89E1969CC5BF}"/>
              </a:ext>
            </a:extLst>
          </p:cNvPr>
          <p:cNvSpPr/>
          <p:nvPr/>
        </p:nvSpPr>
        <p:spPr>
          <a:xfrm>
            <a:off x="6218948" y="2212396"/>
            <a:ext cx="4802912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年齢を入力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58" name="四角形: 角を丸くする 13">
            <a:extLst>
              <a:ext uri="{FF2B5EF4-FFF2-40B4-BE49-F238E27FC236}">
                <a16:creationId xmlns:a16="http://schemas.microsoft.com/office/drawing/2014/main" id="{C3D457FB-A15C-56C7-0CBE-76BBB8729AEE}"/>
              </a:ext>
            </a:extLst>
          </p:cNvPr>
          <p:cNvSpPr/>
          <p:nvPr/>
        </p:nvSpPr>
        <p:spPr>
          <a:xfrm>
            <a:off x="6218948" y="3100168"/>
            <a:ext cx="4802912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性別入力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60" name="四角形: 角を丸くする 14">
            <a:extLst>
              <a:ext uri="{FF2B5EF4-FFF2-40B4-BE49-F238E27FC236}">
                <a16:creationId xmlns:a16="http://schemas.microsoft.com/office/drawing/2014/main" id="{053A2DAA-A275-143F-5AA7-1D0B00B09BC3}"/>
              </a:ext>
            </a:extLst>
          </p:cNvPr>
          <p:cNvSpPr/>
          <p:nvPr/>
        </p:nvSpPr>
        <p:spPr>
          <a:xfrm>
            <a:off x="6210386" y="5392501"/>
            <a:ext cx="4802912" cy="424872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b="1">
                <a:ea typeface="游ゴシック"/>
              </a:rPr>
              <a:t>AIにて生成する（現状疑似AI）</a:t>
            </a:r>
          </a:p>
        </p:txBody>
      </p:sp>
      <p:sp>
        <p:nvSpPr>
          <p:cNvPr id="62" name="テキスト ボックス 11">
            <a:extLst>
              <a:ext uri="{FF2B5EF4-FFF2-40B4-BE49-F238E27FC236}">
                <a16:creationId xmlns:a16="http://schemas.microsoft.com/office/drawing/2014/main" id="{C8A04BFB-CFD9-ACD0-9C6E-EC14268E22F2}"/>
              </a:ext>
            </a:extLst>
          </p:cNvPr>
          <p:cNvSpPr txBox="1"/>
          <p:nvPr/>
        </p:nvSpPr>
        <p:spPr>
          <a:xfrm>
            <a:off x="6136198" y="3580186"/>
            <a:ext cx="64633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職種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64" name="四角形: 角を丸くする 13">
            <a:extLst>
              <a:ext uri="{FF2B5EF4-FFF2-40B4-BE49-F238E27FC236}">
                <a16:creationId xmlns:a16="http://schemas.microsoft.com/office/drawing/2014/main" id="{1E18EE44-C0E3-B360-387B-1BA88E34681F}"/>
              </a:ext>
            </a:extLst>
          </p:cNvPr>
          <p:cNvSpPr/>
          <p:nvPr/>
        </p:nvSpPr>
        <p:spPr>
          <a:xfrm>
            <a:off x="6210087" y="3897609"/>
            <a:ext cx="4802912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職種入力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66" name="四角形: 角を丸くする 12">
            <a:extLst>
              <a:ext uri="{FF2B5EF4-FFF2-40B4-BE49-F238E27FC236}">
                <a16:creationId xmlns:a16="http://schemas.microsoft.com/office/drawing/2014/main" id="{9E671D5B-2322-E6A6-53B3-9D8FE16CF749}"/>
              </a:ext>
            </a:extLst>
          </p:cNvPr>
          <p:cNvSpPr/>
          <p:nvPr/>
        </p:nvSpPr>
        <p:spPr>
          <a:xfrm>
            <a:off x="6210387" y="4721003"/>
            <a:ext cx="4802912" cy="4248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NGワードを入力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68" name="テキスト ボックス 10">
            <a:extLst>
              <a:ext uri="{FF2B5EF4-FFF2-40B4-BE49-F238E27FC236}">
                <a16:creationId xmlns:a16="http://schemas.microsoft.com/office/drawing/2014/main" id="{4CA1C2EC-737C-72E5-D1DE-58749B5A5AFE}"/>
              </a:ext>
            </a:extLst>
          </p:cNvPr>
          <p:cNvSpPr txBox="1"/>
          <p:nvPr/>
        </p:nvSpPr>
        <p:spPr>
          <a:xfrm>
            <a:off x="6145058" y="4434702"/>
            <a:ext cx="1027845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NGワード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36" name="四角形: 角を丸くする 12">
            <a:extLst>
              <a:ext uri="{FF2B5EF4-FFF2-40B4-BE49-F238E27FC236}">
                <a16:creationId xmlns:a16="http://schemas.microsoft.com/office/drawing/2014/main" id="{0C081E6D-EAD3-53EC-62F3-779D82A2489C}"/>
              </a:ext>
            </a:extLst>
          </p:cNvPr>
          <p:cNvSpPr/>
          <p:nvPr/>
        </p:nvSpPr>
        <p:spPr>
          <a:xfrm>
            <a:off x="2625213" y="2351084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37" name="四角形: 角を丸くする 12">
            <a:extLst>
              <a:ext uri="{FF2B5EF4-FFF2-40B4-BE49-F238E27FC236}">
                <a16:creationId xmlns:a16="http://schemas.microsoft.com/office/drawing/2014/main" id="{EF8921B5-266C-C843-F631-7B71FB68F859}"/>
              </a:ext>
            </a:extLst>
          </p:cNvPr>
          <p:cNvSpPr/>
          <p:nvPr/>
        </p:nvSpPr>
        <p:spPr>
          <a:xfrm>
            <a:off x="2625213" y="2717973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38" name="四角形: 角を丸くする 12">
            <a:extLst>
              <a:ext uri="{FF2B5EF4-FFF2-40B4-BE49-F238E27FC236}">
                <a16:creationId xmlns:a16="http://schemas.microsoft.com/office/drawing/2014/main" id="{7BFE084F-9D82-132E-0F8D-C50934DD4292}"/>
              </a:ext>
            </a:extLst>
          </p:cNvPr>
          <p:cNvSpPr/>
          <p:nvPr/>
        </p:nvSpPr>
        <p:spPr>
          <a:xfrm>
            <a:off x="2625213" y="3094269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39" name="四角形: 角を丸くする 12">
            <a:extLst>
              <a:ext uri="{FF2B5EF4-FFF2-40B4-BE49-F238E27FC236}">
                <a16:creationId xmlns:a16="http://schemas.microsoft.com/office/drawing/2014/main" id="{43FDD00F-BE77-EF4D-D271-4F6418BF0196}"/>
              </a:ext>
            </a:extLst>
          </p:cNvPr>
          <p:cNvSpPr/>
          <p:nvPr/>
        </p:nvSpPr>
        <p:spPr>
          <a:xfrm>
            <a:off x="2625213" y="3461158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40" name="テキスト ボックス 11">
            <a:extLst>
              <a:ext uri="{FF2B5EF4-FFF2-40B4-BE49-F238E27FC236}">
                <a16:creationId xmlns:a16="http://schemas.microsoft.com/office/drawing/2014/main" id="{5B8DF883-4921-134C-DCCC-702A4D439E43}"/>
              </a:ext>
            </a:extLst>
          </p:cNvPr>
          <p:cNvSpPr txBox="1"/>
          <p:nvPr/>
        </p:nvSpPr>
        <p:spPr>
          <a:xfrm>
            <a:off x="1804226" y="1990173"/>
            <a:ext cx="80021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会社名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41" name="四角形: 角を丸くする 12">
            <a:extLst>
              <a:ext uri="{FF2B5EF4-FFF2-40B4-BE49-F238E27FC236}">
                <a16:creationId xmlns:a16="http://schemas.microsoft.com/office/drawing/2014/main" id="{3D28B35B-38CD-897E-CE55-666F55F4F233}"/>
              </a:ext>
            </a:extLst>
          </p:cNvPr>
          <p:cNvSpPr/>
          <p:nvPr/>
        </p:nvSpPr>
        <p:spPr>
          <a:xfrm>
            <a:off x="2625213" y="3837454"/>
            <a:ext cx="1644621" cy="28450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43" name="四角形: 角を丸くする 14">
            <a:extLst>
              <a:ext uri="{FF2B5EF4-FFF2-40B4-BE49-F238E27FC236}">
                <a16:creationId xmlns:a16="http://schemas.microsoft.com/office/drawing/2014/main" id="{2ECFA08F-48E4-F019-B0F5-B8837FCA9B6B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45" name="四角形: 角を丸くする 14">
            <a:extLst>
              <a:ext uri="{FF2B5EF4-FFF2-40B4-BE49-F238E27FC236}">
                <a16:creationId xmlns:a16="http://schemas.microsoft.com/office/drawing/2014/main" id="{E8ADA301-D30A-0832-DC87-D0F312CF5B93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sp>
        <p:nvSpPr>
          <p:cNvPr id="47" name="四角形: 角を丸くする 14">
            <a:extLst>
              <a:ext uri="{FF2B5EF4-FFF2-40B4-BE49-F238E27FC236}">
                <a16:creationId xmlns:a16="http://schemas.microsoft.com/office/drawing/2014/main" id="{14523FAE-F3E4-0EB6-675A-A15D16793C0E}"/>
              </a:ext>
            </a:extLst>
          </p:cNvPr>
          <p:cNvSpPr/>
          <p:nvPr/>
        </p:nvSpPr>
        <p:spPr>
          <a:xfrm>
            <a:off x="7311909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スカウト文作成</a:t>
            </a:r>
          </a:p>
        </p:txBody>
      </p:sp>
    </p:spTree>
    <p:extLst>
      <p:ext uri="{BB962C8B-B14F-4D97-AF65-F5344CB8AC3E}">
        <p14:creationId xmlns:p14="http://schemas.microsoft.com/office/powerpoint/2010/main" val="146283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5DA92-9AB4-7382-3014-B3D8FF5C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3">
            <a:extLst>
              <a:ext uri="{FF2B5EF4-FFF2-40B4-BE49-F238E27FC236}">
                <a16:creationId xmlns:a16="http://schemas.microsoft.com/office/drawing/2014/main" id="{BCD4D46E-091B-5E47-DE87-C224788AA11F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4">
            <a:extLst>
              <a:ext uri="{FF2B5EF4-FFF2-40B4-BE49-F238E27FC236}">
                <a16:creationId xmlns:a16="http://schemas.microsoft.com/office/drawing/2014/main" id="{222CFAEC-3100-EA09-F9ED-C59BD5E82DF4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20" name="正方形/長方形 5">
            <a:extLst>
              <a:ext uri="{FF2B5EF4-FFF2-40B4-BE49-F238E27FC236}">
                <a16:creationId xmlns:a16="http://schemas.microsoft.com/office/drawing/2014/main" id="{E7D95699-6E03-624C-6F86-2E951876F178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22" name="四角形: 角を丸くする 14">
            <a:extLst>
              <a:ext uri="{FF2B5EF4-FFF2-40B4-BE49-F238E27FC236}">
                <a16:creationId xmlns:a16="http://schemas.microsoft.com/office/drawing/2014/main" id="{8163FF2D-23C3-DF0C-0BCE-EFC2326741C6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25" name="四角形: 角を丸くする 14">
            <a:extLst>
              <a:ext uri="{FF2B5EF4-FFF2-40B4-BE49-F238E27FC236}">
                <a16:creationId xmlns:a16="http://schemas.microsoft.com/office/drawing/2014/main" id="{75EE3EF8-F6BE-EA90-4EA7-8BAFAB827853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sp>
        <p:nvSpPr>
          <p:cNvPr id="27" name="四角形: 角を丸くする 14">
            <a:extLst>
              <a:ext uri="{FF2B5EF4-FFF2-40B4-BE49-F238E27FC236}">
                <a16:creationId xmlns:a16="http://schemas.microsoft.com/office/drawing/2014/main" id="{88862EED-5A83-DD1C-E914-2625B6D142EA}"/>
              </a:ext>
            </a:extLst>
          </p:cNvPr>
          <p:cNvSpPr/>
          <p:nvPr/>
        </p:nvSpPr>
        <p:spPr>
          <a:xfrm>
            <a:off x="7311909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スカウト文作成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16EB1F-9A5A-A80E-15D8-DBC5085A1B87}"/>
              </a:ext>
            </a:extLst>
          </p:cNvPr>
          <p:cNvSpPr txBox="1"/>
          <p:nvPr/>
        </p:nvSpPr>
        <p:spPr>
          <a:xfrm>
            <a:off x="6003634" y="1154607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AEA1022-9F53-2FD0-B1F7-CA1BD1AD47DB}"/>
              </a:ext>
            </a:extLst>
          </p:cNvPr>
          <p:cNvSpPr/>
          <p:nvPr/>
        </p:nvSpPr>
        <p:spPr>
          <a:xfrm>
            <a:off x="5062321" y="1738879"/>
            <a:ext cx="5993606" cy="3546921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C4CB2A-F61F-BFD8-7AD6-1E62B046657C}"/>
              </a:ext>
            </a:extLst>
          </p:cNvPr>
          <p:cNvSpPr txBox="1"/>
          <p:nvPr/>
        </p:nvSpPr>
        <p:spPr>
          <a:xfrm>
            <a:off x="5415431" y="2009748"/>
            <a:ext cx="110799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スカウト文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04A053A-BDAD-3943-6013-BB28C99D2760}"/>
              </a:ext>
            </a:extLst>
          </p:cNvPr>
          <p:cNvSpPr/>
          <p:nvPr/>
        </p:nvSpPr>
        <p:spPr>
          <a:xfrm>
            <a:off x="5441635" y="2282998"/>
            <a:ext cx="5128461" cy="230888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Aiが生成したスカウト文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3BF6777-67B7-7A21-6D31-AA3181924267}"/>
              </a:ext>
            </a:extLst>
          </p:cNvPr>
          <p:cNvSpPr/>
          <p:nvPr/>
        </p:nvSpPr>
        <p:spPr>
          <a:xfrm>
            <a:off x="6091005" y="4695264"/>
            <a:ext cx="868866" cy="46917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保存</a:t>
            </a:r>
          </a:p>
        </p:txBody>
      </p:sp>
      <p:sp>
        <p:nvSpPr>
          <p:cNvPr id="17" name="四角形: 角を丸くする 14">
            <a:extLst>
              <a:ext uri="{FF2B5EF4-FFF2-40B4-BE49-F238E27FC236}">
                <a16:creationId xmlns:a16="http://schemas.microsoft.com/office/drawing/2014/main" id="{11F92D03-7EF2-4288-7DF2-775A14C4AE04}"/>
              </a:ext>
            </a:extLst>
          </p:cNvPr>
          <p:cNvSpPr/>
          <p:nvPr/>
        </p:nvSpPr>
        <p:spPr>
          <a:xfrm>
            <a:off x="8173410" y="4698926"/>
            <a:ext cx="2469287" cy="424872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承認申請(営業リーダーへ)</a:t>
            </a:r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2902F460-CE10-1869-F9EC-288F773E879D}"/>
              </a:ext>
            </a:extLst>
          </p:cNvPr>
          <p:cNvSpPr txBox="1"/>
          <p:nvPr/>
        </p:nvSpPr>
        <p:spPr>
          <a:xfrm>
            <a:off x="1249558" y="1365721"/>
            <a:ext cx="180049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ドラフト文</a:t>
            </a:r>
            <a:r>
              <a:rPr kumimoji="1" lang="ja-JP" altLang="en-US" b="1">
                <a:ea typeface="游ゴシック"/>
              </a:rPr>
              <a:t>詳細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0C5938-712A-52E1-5EE5-4A2267D6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87" y="1863624"/>
            <a:ext cx="3644900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1322-77F3-A199-714A-908A0ABA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3">
            <a:extLst>
              <a:ext uri="{FF2B5EF4-FFF2-40B4-BE49-F238E27FC236}">
                <a16:creationId xmlns:a16="http://schemas.microsoft.com/office/drawing/2014/main" id="{C24F62D6-A881-C03E-FA68-8D1CB211B2D2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b="1">
                <a:solidFill>
                  <a:srgbClr val="FF0000"/>
                </a:solidFill>
                <a:ea typeface="游ゴシック"/>
              </a:rPr>
              <a:t>営業リーダー・管理</a:t>
            </a:r>
            <a:endParaRPr lang="en-US" altLang="ja-JP"/>
          </a:p>
        </p:txBody>
      </p:sp>
      <p:sp>
        <p:nvSpPr>
          <p:cNvPr id="21" name="正方形/長方形 4">
            <a:extLst>
              <a:ext uri="{FF2B5EF4-FFF2-40B4-BE49-F238E27FC236}">
                <a16:creationId xmlns:a16="http://schemas.microsoft.com/office/drawing/2014/main" id="{CDDC5D5E-DC20-8E1D-2EF6-B4FF417A4B68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24" name="正方形/長方形 5">
            <a:extLst>
              <a:ext uri="{FF2B5EF4-FFF2-40B4-BE49-F238E27FC236}">
                <a16:creationId xmlns:a16="http://schemas.microsoft.com/office/drawing/2014/main" id="{8DEE32AA-5E5B-0C61-CCFA-9970ADC88389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A504AD-6386-14D3-0E1E-55C4DB859825}"/>
              </a:ext>
            </a:extLst>
          </p:cNvPr>
          <p:cNvSpPr txBox="1"/>
          <p:nvPr/>
        </p:nvSpPr>
        <p:spPr>
          <a:xfrm>
            <a:off x="6003634" y="1154607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0D475E8-AA2D-8CA9-5DFB-CA5993CCD6E6}"/>
              </a:ext>
            </a:extLst>
          </p:cNvPr>
          <p:cNvSpPr/>
          <p:nvPr/>
        </p:nvSpPr>
        <p:spPr>
          <a:xfrm>
            <a:off x="5072481" y="1728719"/>
            <a:ext cx="3748246" cy="3435161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E6D1FD-E5F8-EE88-D555-0661C65E5791}"/>
              </a:ext>
            </a:extLst>
          </p:cNvPr>
          <p:cNvSpPr txBox="1"/>
          <p:nvPr/>
        </p:nvSpPr>
        <p:spPr>
          <a:xfrm>
            <a:off x="5445911" y="1867508"/>
            <a:ext cx="110799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1200">
                <a:ea typeface="游ゴシック"/>
              </a:rPr>
              <a:t>スカウト文</a:t>
            </a:r>
            <a:r>
              <a:rPr kumimoji="1" lang="ja-JP" altLang="en-US" sz="1200">
                <a:ea typeface="游ゴシック"/>
              </a:rPr>
              <a:t>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793B46F-F958-724A-9788-063570728506}"/>
              </a:ext>
            </a:extLst>
          </p:cNvPr>
          <p:cNvSpPr/>
          <p:nvPr/>
        </p:nvSpPr>
        <p:spPr>
          <a:xfrm>
            <a:off x="5451795" y="2150918"/>
            <a:ext cx="3045661" cy="202440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1200">
                <a:solidFill>
                  <a:schemeClr val="tx1">
                    <a:lumMod val="50000"/>
                    <a:lumOff val="50000"/>
                  </a:schemeClr>
                </a:solidFill>
                <a:ea typeface="游ゴシック"/>
              </a:rPr>
              <a:t>Aiが生成したスカウト文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ea typeface="游ゴシック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1151FE7-F958-2DD0-BE81-6D7F17814E37}"/>
              </a:ext>
            </a:extLst>
          </p:cNvPr>
          <p:cNvSpPr/>
          <p:nvPr/>
        </p:nvSpPr>
        <p:spPr>
          <a:xfrm>
            <a:off x="5227405" y="4502224"/>
            <a:ext cx="868866" cy="46917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保存</a:t>
            </a:r>
          </a:p>
        </p:txBody>
      </p:sp>
      <p:sp>
        <p:nvSpPr>
          <p:cNvPr id="17" name="四角形: 角を丸くする 14">
            <a:extLst>
              <a:ext uri="{FF2B5EF4-FFF2-40B4-BE49-F238E27FC236}">
                <a16:creationId xmlns:a16="http://schemas.microsoft.com/office/drawing/2014/main" id="{2A300BF8-2030-8E08-CF83-E2D7B924BE95}"/>
              </a:ext>
            </a:extLst>
          </p:cNvPr>
          <p:cNvSpPr/>
          <p:nvPr/>
        </p:nvSpPr>
        <p:spPr>
          <a:xfrm>
            <a:off x="6192210" y="4546526"/>
            <a:ext cx="2469287" cy="424872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承認申請(営業リーダーへ)</a:t>
            </a:r>
          </a:p>
        </p:txBody>
      </p:sp>
      <p:sp>
        <p:nvSpPr>
          <p:cNvPr id="18" name="四角形: 角を丸くする 9">
            <a:extLst>
              <a:ext uri="{FF2B5EF4-FFF2-40B4-BE49-F238E27FC236}">
                <a16:creationId xmlns:a16="http://schemas.microsoft.com/office/drawing/2014/main" id="{ECB633D3-CFCC-96C0-3727-B4EF9863BCF6}"/>
              </a:ext>
            </a:extLst>
          </p:cNvPr>
          <p:cNvSpPr/>
          <p:nvPr/>
        </p:nvSpPr>
        <p:spPr>
          <a:xfrm>
            <a:off x="9124372" y="1700144"/>
            <a:ext cx="1553730" cy="3452881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0">
            <a:extLst>
              <a:ext uri="{FF2B5EF4-FFF2-40B4-BE49-F238E27FC236}">
                <a16:creationId xmlns:a16="http://schemas.microsoft.com/office/drawing/2014/main" id="{3432787A-B1CE-AB7C-D3E4-0769F83125AB}"/>
              </a:ext>
            </a:extLst>
          </p:cNvPr>
          <p:cNvSpPr txBox="1"/>
          <p:nvPr/>
        </p:nvSpPr>
        <p:spPr>
          <a:xfrm>
            <a:off x="8358898" y="1867508"/>
            <a:ext cx="3077779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ja-JP" sz="1100">
                <a:ea typeface="游ゴシック"/>
              </a:rPr>
              <a:t>過去の差戻しコメント</a:t>
            </a:r>
          </a:p>
          <a:p>
            <a:pPr algn="ctr"/>
            <a:r>
              <a:rPr lang="ja-JP" sz="1100">
                <a:ea typeface="游ゴシック"/>
              </a:rPr>
              <a:t>差戻しコメント１：</a:t>
            </a:r>
          </a:p>
          <a:p>
            <a:pPr algn="ctr"/>
            <a:r>
              <a:rPr lang="ja-JP" sz="1100">
                <a:ea typeface="游ゴシック"/>
              </a:rPr>
              <a:t>差戻しコメント２：</a:t>
            </a:r>
            <a:endParaRPr lang="ja-JP" sz="1100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FD12CBE9-E71A-A3CF-2F95-E9E84EBE3886}"/>
              </a:ext>
            </a:extLst>
          </p:cNvPr>
          <p:cNvSpPr txBox="1"/>
          <p:nvPr/>
        </p:nvSpPr>
        <p:spPr>
          <a:xfrm>
            <a:off x="1249559" y="154860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/>
              <a:t>スカウト文</a:t>
            </a:r>
            <a:r>
              <a:rPr kumimoji="1" lang="ja-JP" altLang="en-US" b="1"/>
              <a:t>詳細</a:t>
            </a:r>
          </a:p>
        </p:txBody>
      </p:sp>
      <p:graphicFrame>
        <p:nvGraphicFramePr>
          <p:cNvPr id="12" name="表 28">
            <a:extLst>
              <a:ext uri="{FF2B5EF4-FFF2-40B4-BE49-F238E27FC236}">
                <a16:creationId xmlns:a16="http://schemas.microsoft.com/office/drawing/2014/main" id="{94386534-C627-B6D1-D16B-325CB2AC3276}"/>
              </a:ext>
            </a:extLst>
          </p:cNvPr>
          <p:cNvGraphicFramePr>
            <a:graphicFrameLocks noGrp="1"/>
          </p:cNvGraphicFramePr>
          <p:nvPr/>
        </p:nvGraphicFramePr>
        <p:xfrm>
          <a:off x="1219920" y="2017181"/>
          <a:ext cx="3655018" cy="2963305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2529">
                  <a:extLst>
                    <a:ext uri="{9D8B030D-6E8A-4147-A177-3AD203B41FA5}">
                      <a16:colId xmlns:a16="http://schemas.microsoft.com/office/drawing/2014/main" val="3987964530"/>
                    </a:ext>
                  </a:extLst>
                </a:gridCol>
                <a:gridCol w="511338">
                  <a:extLst>
                    <a:ext uri="{9D8B030D-6E8A-4147-A177-3AD203B41FA5}">
                      <a16:colId xmlns:a16="http://schemas.microsoft.com/office/drawing/2014/main" val="516939518"/>
                    </a:ext>
                  </a:extLst>
                </a:gridCol>
                <a:gridCol w="2411151">
                  <a:extLst>
                    <a:ext uri="{9D8B030D-6E8A-4147-A177-3AD203B41FA5}">
                      <a16:colId xmlns:a16="http://schemas.microsoft.com/office/drawing/2014/main" val="2082025107"/>
                    </a:ext>
                  </a:extLst>
                </a:gridCol>
              </a:tblGrid>
              <a:tr h="318341">
                <a:tc gridSpan="2"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ID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1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540057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会社名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(</a:t>
                      </a:r>
                      <a:r>
                        <a:rPr kumimoji="1" lang="ja-JP" altLang="en-US" sz="1200"/>
                        <a:t>株</a:t>
                      </a:r>
                      <a:r>
                        <a:rPr kumimoji="1" lang="en-US" altLang="ja-JP" sz="1200"/>
                        <a:t>)</a:t>
                      </a:r>
                      <a:r>
                        <a:rPr kumimoji="1" lang="ja-JP" altLang="en-US" sz="1200"/>
                        <a:t>トラスト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672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作成者名前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賀上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71619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申請日時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2025-09-15 23:47:43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334435"/>
                  </a:ext>
                </a:extLst>
              </a:tr>
              <a:tr h="31834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送信者詳細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名前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山田太郎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3016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年齢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23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150489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性別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218768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希望職種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エンジニア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3815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A462BACC-DAC3-42BF-1EBA-1B7F1FA8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72" y="1865731"/>
            <a:ext cx="3950900" cy="3442840"/>
          </a:xfrm>
          <a:prstGeom prst="rect">
            <a:avLst/>
          </a:prstGeom>
        </p:spPr>
      </p:pic>
      <p:sp>
        <p:nvSpPr>
          <p:cNvPr id="38" name="四角形: 角を丸くする 14">
            <a:extLst>
              <a:ext uri="{FF2B5EF4-FFF2-40B4-BE49-F238E27FC236}">
                <a16:creationId xmlns:a16="http://schemas.microsoft.com/office/drawing/2014/main" id="{7D138D99-D452-AC94-DE49-93396A1423C0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40" name="四角形: 角を丸くする 14">
            <a:extLst>
              <a:ext uri="{FF2B5EF4-FFF2-40B4-BE49-F238E27FC236}">
                <a16:creationId xmlns:a16="http://schemas.microsoft.com/office/drawing/2014/main" id="{011E3580-4EAD-194D-E46C-13EA4AD70A7C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sp>
        <p:nvSpPr>
          <p:cNvPr id="42" name="四角形: 角を丸くする 14">
            <a:extLst>
              <a:ext uri="{FF2B5EF4-FFF2-40B4-BE49-F238E27FC236}">
                <a16:creationId xmlns:a16="http://schemas.microsoft.com/office/drawing/2014/main" id="{FBB6A522-3BDA-81F0-D196-45F64F936498}"/>
              </a:ext>
            </a:extLst>
          </p:cNvPr>
          <p:cNvSpPr/>
          <p:nvPr/>
        </p:nvSpPr>
        <p:spPr>
          <a:xfrm>
            <a:off x="7311909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スカウト文作成</a:t>
            </a:r>
          </a:p>
        </p:txBody>
      </p:sp>
    </p:spTree>
    <p:extLst>
      <p:ext uri="{BB962C8B-B14F-4D97-AF65-F5344CB8AC3E}">
        <p14:creationId xmlns:p14="http://schemas.microsoft.com/office/powerpoint/2010/main" val="322987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419-5282-25C1-B647-4000E7DB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8367D15-F956-46DE-7225-AD21E61DCBEF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ja-JP" altLang="en-US">
              <a:ea typeface="游ゴシック"/>
            </a:endParaRPr>
          </a:p>
        </p:txBody>
      </p:sp>
      <p:sp>
        <p:nvSpPr>
          <p:cNvPr id="11" name="正方形/長方形 4">
            <a:extLst>
              <a:ext uri="{FF2B5EF4-FFF2-40B4-BE49-F238E27FC236}">
                <a16:creationId xmlns:a16="http://schemas.microsoft.com/office/drawing/2014/main" id="{82235C40-C419-1184-8950-306F360F5CBF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16" name="正方形/長方形 5">
            <a:extLst>
              <a:ext uri="{FF2B5EF4-FFF2-40B4-BE49-F238E27FC236}">
                <a16:creationId xmlns:a16="http://schemas.microsoft.com/office/drawing/2014/main" id="{6D691E77-EBD3-7EAE-F80D-5666AE519E1F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21" name="四角形: 角を丸くする 14">
            <a:extLst>
              <a:ext uri="{FF2B5EF4-FFF2-40B4-BE49-F238E27FC236}">
                <a16:creationId xmlns:a16="http://schemas.microsoft.com/office/drawing/2014/main" id="{86CCE753-8E03-F494-7897-38608D37402C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23" name="四角形: 角を丸くする 14">
            <a:extLst>
              <a:ext uri="{FF2B5EF4-FFF2-40B4-BE49-F238E27FC236}">
                <a16:creationId xmlns:a16="http://schemas.microsoft.com/office/drawing/2014/main" id="{B20E986C-9633-841F-F166-C38934E75325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3F0E40B-0374-FB56-E410-DB96A0CA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03" y="1714634"/>
            <a:ext cx="11157186" cy="328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AF0D-38DE-87ED-2E2B-8D4CED0C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09E9CB5-9D25-1A5F-9D75-1D3641FD780C}"/>
              </a:ext>
            </a:extLst>
          </p:cNvPr>
          <p:cNvSpPr/>
          <p:nvPr/>
        </p:nvSpPr>
        <p:spPr>
          <a:xfrm>
            <a:off x="4728" y="895074"/>
            <a:ext cx="12194906" cy="5387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ja-JP" altLang="en-US">
              <a:ea typeface="游ゴシック"/>
            </a:endParaRPr>
          </a:p>
        </p:txBody>
      </p:sp>
      <p:sp>
        <p:nvSpPr>
          <p:cNvPr id="11" name="正方形/長方形 4">
            <a:extLst>
              <a:ext uri="{FF2B5EF4-FFF2-40B4-BE49-F238E27FC236}">
                <a16:creationId xmlns:a16="http://schemas.microsoft.com/office/drawing/2014/main" id="{ECED72B6-6D48-CEDA-A7E5-16061FFD3602}"/>
              </a:ext>
            </a:extLst>
          </p:cNvPr>
          <p:cNvSpPr/>
          <p:nvPr/>
        </p:nvSpPr>
        <p:spPr>
          <a:xfrm>
            <a:off x="-6157" y="-169"/>
            <a:ext cx="12185499" cy="8952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ja-JP" b="1">
                <a:ea typeface="+mn-lt"/>
                <a:cs typeface="+mn-lt"/>
              </a:rPr>
              <a:t>スカウト文作成・承認管理</a:t>
            </a:r>
            <a:r>
              <a:rPr kumimoji="1" lang="ja-JP" altLang="en-US" b="1">
                <a:ea typeface="游ゴシック"/>
              </a:rPr>
              <a:t>アプリ</a:t>
            </a:r>
            <a:endParaRPr lang="en-US">
              <a:ea typeface="游ゴシック"/>
            </a:endParaRPr>
          </a:p>
        </p:txBody>
      </p:sp>
      <p:sp>
        <p:nvSpPr>
          <p:cNvPr id="16" name="正方形/長方形 5">
            <a:extLst>
              <a:ext uri="{FF2B5EF4-FFF2-40B4-BE49-F238E27FC236}">
                <a16:creationId xmlns:a16="http://schemas.microsoft.com/office/drawing/2014/main" id="{881CD2C4-892C-2BC5-786F-11686254918D}"/>
              </a:ext>
            </a:extLst>
          </p:cNvPr>
          <p:cNvSpPr/>
          <p:nvPr/>
        </p:nvSpPr>
        <p:spPr>
          <a:xfrm>
            <a:off x="3250" y="6282778"/>
            <a:ext cx="12185500" cy="5753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200">
                <a:ea typeface="游ゴシック"/>
              </a:rPr>
              <a:t>©</a:t>
            </a:r>
            <a:r>
              <a:rPr kumimoji="1" lang="ja-JP" altLang="en-US" sz="1200">
                <a:ea typeface="游ゴシック"/>
              </a:rPr>
              <a:t> </a:t>
            </a:r>
            <a:r>
              <a:rPr lang="ja-JP" sz="1200">
                <a:ea typeface="+mn-lt"/>
                <a:cs typeface="+mn-lt"/>
              </a:rPr>
              <a:t>スカウト文作成・承認管理</a:t>
            </a:r>
            <a:r>
              <a:rPr kumimoji="1" lang="ja-JP" altLang="en-US" sz="1200">
                <a:ea typeface="游ゴシック"/>
              </a:rPr>
              <a:t>アプリ</a:t>
            </a:r>
          </a:p>
        </p:txBody>
      </p:sp>
      <p:sp>
        <p:nvSpPr>
          <p:cNvPr id="21" name="四角形: 角を丸くする 14">
            <a:extLst>
              <a:ext uri="{FF2B5EF4-FFF2-40B4-BE49-F238E27FC236}">
                <a16:creationId xmlns:a16="http://schemas.microsoft.com/office/drawing/2014/main" id="{4A1587BB-BC16-6048-4A6F-9E4E05E32B22}"/>
              </a:ext>
            </a:extLst>
          </p:cNvPr>
          <p:cNvSpPr/>
          <p:nvPr/>
        </p:nvSpPr>
        <p:spPr>
          <a:xfrm>
            <a:off x="10544967" y="233467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ログアウト</a:t>
            </a:r>
          </a:p>
        </p:txBody>
      </p:sp>
      <p:sp>
        <p:nvSpPr>
          <p:cNvPr id="23" name="四角形: 角を丸くする 14">
            <a:extLst>
              <a:ext uri="{FF2B5EF4-FFF2-40B4-BE49-F238E27FC236}">
                <a16:creationId xmlns:a16="http://schemas.microsoft.com/office/drawing/2014/main" id="{A4FCC85C-333E-E23E-152A-C001FB613E29}"/>
              </a:ext>
            </a:extLst>
          </p:cNvPr>
          <p:cNvSpPr/>
          <p:nvPr/>
        </p:nvSpPr>
        <p:spPr>
          <a:xfrm>
            <a:off x="8922995" y="244352"/>
            <a:ext cx="1456520" cy="4018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ea typeface="游ゴシック"/>
              </a:rPr>
              <a:t>スカウト文一覧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A80BED-0F30-C69B-D3BD-7851635FDBA1}"/>
              </a:ext>
            </a:extLst>
          </p:cNvPr>
          <p:cNvSpPr txBox="1"/>
          <p:nvPr/>
        </p:nvSpPr>
        <p:spPr>
          <a:xfrm>
            <a:off x="905504" y="1198529"/>
            <a:ext cx="180049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スカウト文</a:t>
            </a:r>
            <a:r>
              <a:rPr kumimoji="1" lang="ja-JP" altLang="en-US" b="1">
                <a:ea typeface="游ゴシック"/>
              </a:rPr>
              <a:t>詳細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1FD6F46-4238-377C-BD08-6AB7AF59BAF1}"/>
              </a:ext>
            </a:extLst>
          </p:cNvPr>
          <p:cNvSpPr/>
          <p:nvPr/>
        </p:nvSpPr>
        <p:spPr>
          <a:xfrm>
            <a:off x="9418660" y="5461565"/>
            <a:ext cx="873760" cy="30781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承認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5FEF44C-3FDE-EE19-8855-91A659C39DAE}"/>
              </a:ext>
            </a:extLst>
          </p:cNvPr>
          <p:cNvSpPr/>
          <p:nvPr/>
        </p:nvSpPr>
        <p:spPr>
          <a:xfrm>
            <a:off x="9418659" y="4984459"/>
            <a:ext cx="873760" cy="30781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差戻し</a:t>
            </a: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4DE6240B-D168-89F4-2DAC-EF305DD55F81}"/>
              </a:ext>
            </a:extLst>
          </p:cNvPr>
          <p:cNvGraphicFramePr>
            <a:graphicFrameLocks noGrp="1"/>
          </p:cNvGraphicFramePr>
          <p:nvPr/>
        </p:nvGraphicFramePr>
        <p:xfrm>
          <a:off x="1193338" y="1627320"/>
          <a:ext cx="3655018" cy="2963305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2529">
                  <a:extLst>
                    <a:ext uri="{9D8B030D-6E8A-4147-A177-3AD203B41FA5}">
                      <a16:colId xmlns:a16="http://schemas.microsoft.com/office/drawing/2014/main" val="3987964530"/>
                    </a:ext>
                  </a:extLst>
                </a:gridCol>
                <a:gridCol w="511338">
                  <a:extLst>
                    <a:ext uri="{9D8B030D-6E8A-4147-A177-3AD203B41FA5}">
                      <a16:colId xmlns:a16="http://schemas.microsoft.com/office/drawing/2014/main" val="516939518"/>
                    </a:ext>
                  </a:extLst>
                </a:gridCol>
                <a:gridCol w="2411151">
                  <a:extLst>
                    <a:ext uri="{9D8B030D-6E8A-4147-A177-3AD203B41FA5}">
                      <a16:colId xmlns:a16="http://schemas.microsoft.com/office/drawing/2014/main" val="2082025107"/>
                    </a:ext>
                  </a:extLst>
                </a:gridCol>
              </a:tblGrid>
              <a:tr h="318341">
                <a:tc gridSpan="2"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tx1"/>
                          </a:solidFill>
                        </a:rPr>
                        <a:t>ID</a:t>
                      </a:r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1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540057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会社名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(</a:t>
                      </a:r>
                      <a:r>
                        <a:rPr kumimoji="1" lang="ja-JP" altLang="en-US" sz="1200"/>
                        <a:t>株</a:t>
                      </a:r>
                      <a:r>
                        <a:rPr kumimoji="1" lang="en-US" altLang="ja-JP" sz="1200"/>
                        <a:t>)</a:t>
                      </a:r>
                      <a:r>
                        <a:rPr kumimoji="1" lang="ja-JP" altLang="en-US" sz="1200"/>
                        <a:t>トラスト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672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作成者名前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賀上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71619"/>
                  </a:ext>
                </a:extLst>
              </a:tr>
              <a:tr h="318341">
                <a:tc gridSpan="2">
                  <a:txBody>
                    <a:bodyPr/>
                    <a:lstStyle/>
                    <a:p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申請日時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2025-09-15 23:47:43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334435"/>
                  </a:ext>
                </a:extLst>
              </a:tr>
              <a:tr h="31834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</a:rPr>
                        <a:t>送信者詳細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名前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山田太郎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3016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年齢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/>
                        <a:t>23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150489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性別</a:t>
                      </a:r>
                    </a:p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218768"/>
                  </a:ext>
                </a:extLst>
              </a:tr>
              <a:tr h="392475">
                <a:tc v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>
                          <a:solidFill>
                            <a:schemeClr val="tx1"/>
                          </a:solidFill>
                        </a:rPr>
                        <a:t>希望職種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エンジニア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38159"/>
                  </a:ext>
                </a:extLst>
              </a:tr>
            </a:tbl>
          </a:graphicData>
        </a:graphic>
      </p:graphicFrame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7299C05-61BB-AB09-F969-21AF8B268F7D}"/>
              </a:ext>
            </a:extLst>
          </p:cNvPr>
          <p:cNvSpPr/>
          <p:nvPr/>
        </p:nvSpPr>
        <p:spPr>
          <a:xfrm>
            <a:off x="5334000" y="1599203"/>
            <a:ext cx="5664662" cy="3162131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F0051F-9E41-87AE-7D1E-3B1E8019DD87}"/>
              </a:ext>
            </a:extLst>
          </p:cNvPr>
          <p:cNvSpPr txBox="1"/>
          <p:nvPr/>
        </p:nvSpPr>
        <p:spPr>
          <a:xfrm>
            <a:off x="5334000" y="119639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/>
              <a:t>スカウト文章</a:t>
            </a:r>
            <a:endParaRPr kumimoji="1" lang="ja-JP" altLang="en-US" b="1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0C34FF88-D9E2-10ED-55F6-41F5EF7998BF}"/>
              </a:ext>
            </a:extLst>
          </p:cNvPr>
          <p:cNvSpPr/>
          <p:nvPr/>
        </p:nvSpPr>
        <p:spPr>
          <a:xfrm>
            <a:off x="5472952" y="5010333"/>
            <a:ext cx="3760395" cy="2336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>
                <a:ea typeface="游ゴシック"/>
              </a:rPr>
              <a:t>ここに差戻理由を入力してください</a:t>
            </a:r>
            <a:endParaRPr lang="en-US" sz="1400">
              <a:ea typeface="游ゴシック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FF42F4-DF38-0CF4-2FA5-264DBCB9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07" y="1563806"/>
            <a:ext cx="4195315" cy="373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4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b4a7d7-1f81-4eea-b0ae-b407b6654d34" xsi:nil="true"/>
    <lcf76f155ced4ddcb4097134ff3c332f xmlns="9919161d-2e6c-4308-bfb6-2449f4b8fa0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ADDBCACE041FE42807E8B61805EAAA6" ma:contentTypeVersion="11" ma:contentTypeDescription="新しいドキュメントを作成します。" ma:contentTypeScope="" ma:versionID="23c6d1b8e38731cae61d4d18cf5e19a8">
  <xsd:schema xmlns:xsd="http://www.w3.org/2001/XMLSchema" xmlns:xs="http://www.w3.org/2001/XMLSchema" xmlns:p="http://schemas.microsoft.com/office/2006/metadata/properties" xmlns:ns2="9919161d-2e6c-4308-bfb6-2449f4b8fa06" xmlns:ns3="7db4a7d7-1f81-4eea-b0ae-b407b6654d34" targetNamespace="http://schemas.microsoft.com/office/2006/metadata/properties" ma:root="true" ma:fieldsID="cc0282becc28ee66ff9817874697b0c3" ns2:_="" ns3:_="">
    <xsd:import namespace="9919161d-2e6c-4308-bfb6-2449f4b8fa06"/>
    <xsd:import namespace="7db4a7d7-1f81-4eea-b0ae-b407b6654d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9161d-2e6c-4308-bfb6-2449f4b8fa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b21da28e-d5b5-4aa6-977d-18fa750cc4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4a7d7-1f81-4eea-b0ae-b407b6654d3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f078f-0623-4469-a744-49436061e909}" ma:internalName="TaxCatchAll" ma:showField="CatchAllData" ma:web="7db4a7d7-1f81-4eea-b0ae-b407b6654d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125465-0402-4F52-B406-EB42A0F6A7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933D81-027D-4161-82D4-55CF76DF40DF}">
  <ds:schemaRefs>
    <ds:schemaRef ds:uri="7db4a7d7-1f81-4eea-b0ae-b407b6654d34"/>
    <ds:schemaRef ds:uri="9919161d-2e6c-4308-bfb6-2449f4b8fa0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A87DC04-840C-4ACA-AAC2-80751A85ABDE}">
  <ds:schemaRefs>
    <ds:schemaRef ds:uri="7db4a7d7-1f81-4eea-b0ae-b407b6654d34"/>
    <ds:schemaRef ds:uri="9919161d-2e6c-4308-bfb6-2449f4b8fa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もとむ おおもり</dc:creator>
  <cp:revision>1</cp:revision>
  <dcterms:created xsi:type="dcterms:W3CDTF">2025-09-09T14:49:11Z</dcterms:created>
  <dcterms:modified xsi:type="dcterms:W3CDTF">2026-05-28T01:00:19Z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0x0101006ADDBCACE041FE42807E8B61805EAAA6</vt:lpwstr>
  </property>
  <property fmtid="{D5CDD505-2E9C-101B-9397-08002B2CF9AE}" pid="3" name="MediaServiceImageTags">
    <vt:lpwstr/>
  </property>
</Properties>
</file>